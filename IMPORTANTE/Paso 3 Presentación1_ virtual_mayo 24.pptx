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theme/theme2.xml" ContentType="application/vnd.openxmlformats-officedocument.them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4"/>
  </p:sldMasterIdLst>
  <p:notesMasterIdLst>
    <p:notesMasterId r:id="rId18"/>
  </p:notesMasterIdLst>
  <p:sldIdLst>
    <p:sldId id="256" r:id="rId5"/>
    <p:sldId id="260" r:id="rId6"/>
    <p:sldId id="257" r:id="rId7"/>
    <p:sldId id="272" r:id="rId8"/>
    <p:sldId id="261" r:id="rId9"/>
    <p:sldId id="259" r:id="rId10"/>
    <p:sldId id="262" r:id="rId11"/>
    <p:sldId id="269" r:id="rId12"/>
    <p:sldId id="263" r:id="rId13"/>
    <p:sldId id="264" r:id="rId14"/>
    <p:sldId id="265" r:id="rId15"/>
    <p:sldId id="268" r:id="rId16"/>
    <p:sldId id="266" r:id="rId17"/>
  </p:sldIdLst>
  <p:sldSz cx="24384000" cy="13716000"/>
  <p:notesSz cx="6858000" cy="9144000"/>
  <p:defaultTextStyle>
    <a:defPPr marL="0" marR="0" indent="0" algn="l" defTabSz="914400" rtl="0" fontAlgn="auto" latinLnBrk="1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800" b="0" i="0" u="none" strike="noStrike" cap="none" spc="0" normalizeH="0" baseline="0">
        <a:ln>
          <a:noFill/>
        </a:ln>
        <a:solidFill>
          <a:srgbClr val="000000"/>
        </a:solidFill>
        <a:effectLst/>
        <a:uFillTx/>
      </a:defRPr>
    </a:defPPr>
    <a:lvl1pPr marL="0" marR="0" indent="0" algn="l" defTabSz="18288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36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j-lt"/>
        <a:ea typeface="+mj-ea"/>
        <a:cs typeface="+mj-cs"/>
        <a:sym typeface="Helvetica"/>
      </a:defRPr>
    </a:lvl1pPr>
    <a:lvl2pPr marL="0" marR="0" indent="0" algn="l" defTabSz="18288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36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j-lt"/>
        <a:ea typeface="+mj-ea"/>
        <a:cs typeface="+mj-cs"/>
        <a:sym typeface="Helvetica"/>
      </a:defRPr>
    </a:lvl2pPr>
    <a:lvl3pPr marL="0" marR="0" indent="0" algn="l" defTabSz="18288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36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j-lt"/>
        <a:ea typeface="+mj-ea"/>
        <a:cs typeface="+mj-cs"/>
        <a:sym typeface="Helvetica"/>
      </a:defRPr>
    </a:lvl3pPr>
    <a:lvl4pPr marL="0" marR="0" indent="0" algn="l" defTabSz="18288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36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j-lt"/>
        <a:ea typeface="+mj-ea"/>
        <a:cs typeface="+mj-cs"/>
        <a:sym typeface="Helvetica"/>
      </a:defRPr>
    </a:lvl4pPr>
    <a:lvl5pPr marL="0" marR="0" indent="0" algn="l" defTabSz="18288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36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j-lt"/>
        <a:ea typeface="+mj-ea"/>
        <a:cs typeface="+mj-cs"/>
        <a:sym typeface="Helvetica"/>
      </a:defRPr>
    </a:lvl5pPr>
    <a:lvl6pPr marL="0" marR="0" indent="0" algn="l" defTabSz="18288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36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j-lt"/>
        <a:ea typeface="+mj-ea"/>
        <a:cs typeface="+mj-cs"/>
        <a:sym typeface="Helvetica"/>
      </a:defRPr>
    </a:lvl6pPr>
    <a:lvl7pPr marL="0" marR="0" indent="0" algn="l" defTabSz="18288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36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j-lt"/>
        <a:ea typeface="+mj-ea"/>
        <a:cs typeface="+mj-cs"/>
        <a:sym typeface="Helvetica"/>
      </a:defRPr>
    </a:lvl7pPr>
    <a:lvl8pPr marL="0" marR="0" indent="0" algn="l" defTabSz="18288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36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j-lt"/>
        <a:ea typeface="+mj-ea"/>
        <a:cs typeface="+mj-cs"/>
        <a:sym typeface="Helvetica"/>
      </a:defRPr>
    </a:lvl8pPr>
    <a:lvl9pPr marL="0" marR="0" indent="0" algn="l" defTabSz="18288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36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j-lt"/>
        <a:ea typeface="+mj-ea"/>
        <a:cs typeface="+mj-cs"/>
        <a:sym typeface="Helvetica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01B806C6-61C0-4048-99C8-F2B37BA4F646}" v="18" dt="2025-03-03T04:06:12.975"/>
  </p1510:revLst>
</p1510:revInfo>
</file>

<file path=ppt/tableStyles.xml><?xml version="1.0" encoding="utf-8"?>
<a:tblStyleLst xmlns:a="http://schemas.openxmlformats.org/drawingml/2006/main" def="{5940675A-B579-460E-94D1-54222C63F5DA}">
  <a:tblStyle styleId="{4C3C2611-4C71-4FC5-86AE-919BDF0F9419}" styleName="">
    <a:tblBg/>
    <a:wholeTbl>
      <a:tcTxStyle b="off" i="off">
        <a:fontRef idx="major">
          <a:srgbClr val="000000"/>
        </a:fontRef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ECECEC"/>
          </a:solidFill>
        </a:fill>
      </a:tcStyle>
    </a:wholeTbl>
    <a:band2H>
      <a:tcTxStyle/>
      <a:tcStyle>
        <a:tcBdr/>
        <a:fill>
          <a:solidFill>
            <a:srgbClr val="F6F6F6"/>
          </a:solidFill>
        </a:fill>
      </a:tcStyle>
    </a:band2H>
    <a:firstCol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1"/>
          </a:solidFill>
        </a:fill>
      </a:tcStyle>
    </a:firstCol>
    <a:lastRow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1"/>
          </a:solidFill>
        </a:fill>
      </a:tcStyle>
    </a:lastRow>
    <a:firstRow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1"/>
          </a:solidFill>
        </a:fill>
      </a:tcStyle>
    </a:firstRow>
  </a:tblStyle>
  <a:tblStyle styleId="{C7B018BB-80A7-4F77-B60F-C8B233D01FF8}" styleName="">
    <a:tblBg/>
    <a:wholeTbl>
      <a:tcTxStyle b="off" i="off">
        <a:fontRef idx="major">
          <a:srgbClr val="000000"/>
        </a:fontRef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DBDBDB"/>
          </a:solidFill>
        </a:fill>
      </a:tcStyle>
    </a:wholeTbl>
    <a:band2H>
      <a:tcTxStyle/>
      <a:tcStyle>
        <a:tcBdr/>
        <a:fill>
          <a:solidFill>
            <a:srgbClr val="EEEEEE"/>
          </a:solidFill>
        </a:fill>
      </a:tcStyle>
    </a:band2H>
    <a:firstCol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3"/>
          </a:solidFill>
        </a:fill>
      </a:tcStyle>
    </a:firstCol>
    <a:lastRow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3"/>
          </a:solidFill>
        </a:fill>
      </a:tcStyle>
    </a:lastRow>
    <a:firstRow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3"/>
          </a:solidFill>
        </a:fill>
      </a:tcStyle>
    </a:firstRow>
  </a:tblStyle>
  <a:tblStyle styleId="{EEE7283C-3CF3-47DC-8721-378D4A62B228}" styleName="">
    <a:tblBg/>
    <a:wholeTbl>
      <a:tcTxStyle b="off" i="off">
        <a:fontRef idx="major">
          <a:srgbClr val="000000"/>
        </a:fontRef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F6CACA"/>
          </a:solidFill>
        </a:fill>
      </a:tcStyle>
    </a:wholeTbl>
    <a:band2H>
      <a:tcTxStyle/>
      <a:tcStyle>
        <a:tcBdr/>
        <a:fill>
          <a:solidFill>
            <a:srgbClr val="FAE6E6"/>
          </a:solidFill>
        </a:fill>
      </a:tcStyle>
    </a:band2H>
    <a:firstCol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6"/>
          </a:solidFill>
        </a:fill>
      </a:tcStyle>
    </a:firstCol>
    <a:lastRow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6"/>
          </a:solidFill>
        </a:fill>
      </a:tcStyle>
    </a:lastRow>
    <a:firstRow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6"/>
          </a:solidFill>
        </a:fill>
      </a:tcStyle>
    </a:firstRow>
  </a:tblStyle>
  <a:tblStyle styleId="{CF821DB8-F4EB-4A41-A1BA-3FCAFE7338EE}" styleName="">
    <a:tblBg/>
    <a:wholeTbl>
      <a:tcTxStyle b="off" i="off">
        <a:fontRef idx="major">
          <a:srgbClr val="000000"/>
        </a:fontRef>
        <a:srgbClr val="000000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chemeClr val="accent1">
              <a:lumOff val="9999"/>
            </a:schemeClr>
          </a:solidFill>
        </a:fill>
      </a:tcStyle>
    </a:wholeTbl>
    <a:band2H>
      <a:tcTxStyle/>
      <a:tcStyle>
        <a:tcBdr/>
        <a:fill>
          <a:solidFill>
            <a:srgbClr val="FFFFFF"/>
          </a:solidFill>
        </a:fill>
      </a:tcStyle>
    </a:band2H>
    <a:firstCol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chemeClr val="accent1"/>
          </a:solidFill>
        </a:fill>
      </a:tcStyle>
    </a:firstCol>
    <a:lastRow>
      <a:tcTxStyle b="on" i="off">
        <a:fontRef idx="major">
          <a:srgbClr val="000000"/>
        </a:fontRef>
        <a:srgbClr val="000000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50800" cap="flat">
              <a:solidFill>
                <a:srgbClr val="000000"/>
              </a:solidFill>
              <a:prstDash val="solid"/>
              <a:round/>
            </a:ln>
          </a:top>
          <a:bottom>
            <a:ln w="254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rgbClr val="FFFFFF"/>
          </a:solidFill>
        </a:fill>
      </a:tcStyle>
    </a:lastRow>
    <a:firstRow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25400" cap="flat">
              <a:solidFill>
                <a:srgbClr val="000000"/>
              </a:solidFill>
              <a:prstDash val="solid"/>
              <a:round/>
            </a:ln>
          </a:top>
          <a:bottom>
            <a:ln w="254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chemeClr val="accent1"/>
          </a:solidFill>
        </a:fill>
      </a:tcStyle>
    </a:firstRow>
  </a:tblStyle>
  <a:tblStyle styleId="{33BA23B1-9221-436E-865A-0063620EA4FD}" styleName="">
    <a:tblBg/>
    <a:wholeTbl>
      <a:tcTxStyle b="off" i="off">
        <a:fontRef idx="major">
          <a:srgbClr val="000000"/>
        </a:fontRef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CACACA"/>
          </a:solidFill>
        </a:fill>
      </a:tcStyle>
    </a:wholeTbl>
    <a:band2H>
      <a:tcTxStyle/>
      <a:tcStyle>
        <a:tcBdr/>
        <a:fill>
          <a:solidFill>
            <a:schemeClr val="accent1">
              <a:lumOff val="9999"/>
            </a:schemeClr>
          </a:solidFill>
        </a:fill>
      </a:tcStyle>
    </a:band2H>
    <a:firstCol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000000"/>
          </a:solidFill>
        </a:fill>
      </a:tcStyle>
    </a:firstCol>
    <a:lastRow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000000"/>
          </a:solidFill>
        </a:fill>
      </a:tcStyle>
    </a:lastRow>
    <a:firstRow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000000"/>
          </a:solidFill>
        </a:fill>
      </a:tcStyle>
    </a:firstRow>
  </a:tblStyle>
  <a:tblStyle styleId="{2708684C-4D16-4618-839F-0558EEFCDFE6}" styleName="">
    <a:tblBg/>
    <a:wholeTbl>
      <a:tcTxStyle b="off" i="off">
        <a:fontRef idx="maj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round/>
            </a:ln>
          </a:left>
          <a:right>
            <a:ln w="12700" cap="flat">
              <a:solidFill>
                <a:srgbClr val="000000"/>
              </a:solidFill>
              <a:prstDash val="solid"/>
              <a:round/>
            </a:ln>
          </a:right>
          <a:top>
            <a:ln w="12700" cap="flat">
              <a:solidFill>
                <a:srgbClr val="000000"/>
              </a:solidFill>
              <a:prstDash val="solid"/>
              <a:round/>
            </a:ln>
          </a:top>
          <a:bottom>
            <a:ln w="127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solidFill>
                <a:srgbClr val="000000"/>
              </a:solidFill>
              <a:prstDash val="solid"/>
              <a:round/>
            </a:ln>
          </a:insideH>
          <a:insideV>
            <a:ln w="12700" cap="flat">
              <a:solidFill>
                <a:srgbClr val="000000"/>
              </a:solidFill>
              <a:prstDash val="solid"/>
              <a:round/>
            </a:ln>
          </a:insideV>
        </a:tcBdr>
        <a:fill>
          <a:solidFill>
            <a:srgbClr val="000000">
              <a:alpha val="20000"/>
            </a:srgbClr>
          </a:solidFill>
        </a:fill>
      </a:tcStyle>
    </a:wholeTbl>
    <a:band2H>
      <a:tcTxStyle/>
      <a:tcStyle>
        <a:tcBdr/>
        <a:fill>
          <a:solidFill>
            <a:srgbClr val="FFFFFF"/>
          </a:solidFill>
        </a:fill>
      </a:tcStyle>
    </a:band2H>
    <a:firstCol>
      <a:tcTxStyle b="on" i="off">
        <a:fontRef idx="maj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round/>
            </a:ln>
          </a:left>
          <a:right>
            <a:ln w="12700" cap="flat">
              <a:solidFill>
                <a:srgbClr val="000000"/>
              </a:solidFill>
              <a:prstDash val="solid"/>
              <a:round/>
            </a:ln>
          </a:right>
          <a:top>
            <a:ln w="12700" cap="flat">
              <a:solidFill>
                <a:srgbClr val="000000"/>
              </a:solidFill>
              <a:prstDash val="solid"/>
              <a:round/>
            </a:ln>
          </a:top>
          <a:bottom>
            <a:ln w="127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solidFill>
                <a:srgbClr val="000000"/>
              </a:solidFill>
              <a:prstDash val="solid"/>
              <a:round/>
            </a:ln>
          </a:insideH>
          <a:insideV>
            <a:ln w="12700" cap="flat">
              <a:solidFill>
                <a:srgbClr val="000000"/>
              </a:solidFill>
              <a:prstDash val="solid"/>
              <a:round/>
            </a:ln>
          </a:insideV>
        </a:tcBdr>
        <a:fill>
          <a:solidFill>
            <a:srgbClr val="000000">
              <a:alpha val="20000"/>
            </a:srgbClr>
          </a:solidFill>
        </a:fill>
      </a:tcStyle>
    </a:firstCol>
    <a:lastRow>
      <a:tcTxStyle b="on" i="off">
        <a:fontRef idx="maj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round/>
            </a:ln>
          </a:left>
          <a:right>
            <a:ln w="12700" cap="flat">
              <a:solidFill>
                <a:srgbClr val="000000"/>
              </a:solidFill>
              <a:prstDash val="solid"/>
              <a:round/>
            </a:ln>
          </a:right>
          <a:top>
            <a:ln w="50800" cap="flat">
              <a:solidFill>
                <a:srgbClr val="000000"/>
              </a:solidFill>
              <a:prstDash val="solid"/>
              <a:round/>
            </a:ln>
          </a:top>
          <a:bottom>
            <a:ln w="127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solidFill>
                <a:srgbClr val="000000"/>
              </a:solidFill>
              <a:prstDash val="solid"/>
              <a:round/>
            </a:ln>
          </a:insideH>
          <a:insideV>
            <a:ln w="12700" cap="flat">
              <a:solidFill>
                <a:srgbClr val="000000"/>
              </a:solidFill>
              <a:prstDash val="solid"/>
              <a:round/>
            </a:ln>
          </a:insideV>
        </a:tcBdr>
        <a:fill>
          <a:noFill/>
        </a:fill>
      </a:tcStyle>
    </a:lastRow>
    <a:firstRow>
      <a:tcTxStyle b="on" i="off">
        <a:fontRef idx="maj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round/>
            </a:ln>
          </a:left>
          <a:right>
            <a:ln w="12700" cap="flat">
              <a:solidFill>
                <a:srgbClr val="000000"/>
              </a:solidFill>
              <a:prstDash val="solid"/>
              <a:round/>
            </a:ln>
          </a:right>
          <a:top>
            <a:ln w="12700" cap="flat">
              <a:solidFill>
                <a:srgbClr val="000000"/>
              </a:solidFill>
              <a:prstDash val="solid"/>
              <a:round/>
            </a:ln>
          </a:top>
          <a:bottom>
            <a:ln w="254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solidFill>
                <a:srgbClr val="000000"/>
              </a:solidFill>
              <a:prstDash val="solid"/>
              <a:round/>
            </a:ln>
          </a:insideH>
          <a:insideV>
            <a:ln w="12700" cap="flat">
              <a:solidFill>
                <a:srgbClr val="000000"/>
              </a:solidFill>
              <a:prstDash val="solid"/>
              <a:round/>
            </a:ln>
          </a:insideV>
        </a:tcBdr>
        <a:fill>
          <a:noFill/>
        </a:fill>
      </a:tcStyle>
    </a:firstRow>
  </a:tblStyle>
  <a:tblStyle styleId="{5940675A-B579-460E-94D1-54222C63F5DA}" styleName="Sin estilo, cuadrícula de la tabla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slideViewPr>
    <p:cSldViewPr snapToGrid="0">
      <p:cViewPr>
        <p:scale>
          <a:sx n="1" d="2"/>
          <a:sy n="1" d="2"/>
        </p:scale>
        <p:origin x="0" y="0"/>
      </p:cViewPr>
      <p:guideLst/>
    </p:cSldViewPr>
  </p:slide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notesMaster" Target="notesMasters/notesMaster1.xml"/><Relationship Id="rId3" Type="http://schemas.openxmlformats.org/officeDocument/2006/relationships/customXml" Target="../customXml/item3.xml"/><Relationship Id="rId21" Type="http://schemas.openxmlformats.org/officeDocument/2006/relationships/theme" Target="theme/theme1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viewProps" Target="viewProp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microsoft.com/office/2015/10/relationships/revisionInfo" Target="revisionInfo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microsoft.com/office/2016/11/relationships/changesInfo" Target="changesInfos/changesInfo1.xml"/><Relationship Id="rId10" Type="http://schemas.openxmlformats.org/officeDocument/2006/relationships/slide" Target="slides/slide6.xml"/><Relationship Id="rId19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tableStyles" Target="tableStyle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Usuario invitado" providerId="Windows Live" clId="Web-{8FB9EB36-5045-4AE6-B5D5-3822BA05D794}"/>
    <pc:docChg chg="modSld">
      <pc:chgData name="Usuario invitado" userId="" providerId="Windows Live" clId="Web-{8FB9EB36-5045-4AE6-B5D5-3822BA05D794}" dt="2024-11-28T04:32:03.914" v="47"/>
      <pc:docMkLst>
        <pc:docMk/>
      </pc:docMkLst>
      <pc:sldChg chg="modSp">
        <pc:chgData name="Usuario invitado" userId="" providerId="Windows Live" clId="Web-{8FB9EB36-5045-4AE6-B5D5-3822BA05D794}" dt="2024-11-28T04:24:10.582" v="24" actId="14100"/>
        <pc:sldMkLst>
          <pc:docMk/>
          <pc:sldMk cId="0" sldId="257"/>
        </pc:sldMkLst>
        <pc:spChg chg="mod">
          <ac:chgData name="Usuario invitado" userId="" providerId="Windows Live" clId="Web-{8FB9EB36-5045-4AE6-B5D5-3822BA05D794}" dt="2024-11-28T04:24:10.582" v="24" actId="14100"/>
          <ac:spMkLst>
            <pc:docMk/>
            <pc:sldMk cId="0" sldId="257"/>
            <ac:spMk id="2" creationId="{30A53B14-96E9-3BE2-ECD2-6BEA24B5E7B0}"/>
          </ac:spMkLst>
        </pc:spChg>
      </pc:sldChg>
      <pc:sldChg chg="modSp">
        <pc:chgData name="Usuario invitado" userId="" providerId="Windows Live" clId="Web-{8FB9EB36-5045-4AE6-B5D5-3822BA05D794}" dt="2024-11-28T04:32:03.914" v="47"/>
        <pc:sldMkLst>
          <pc:docMk/>
          <pc:sldMk cId="2911147049" sldId="272"/>
        </pc:sldMkLst>
        <pc:spChg chg="mod">
          <ac:chgData name="Usuario invitado" userId="" providerId="Windows Live" clId="Web-{8FB9EB36-5045-4AE6-B5D5-3822BA05D794}" dt="2024-11-28T04:27:23.589" v="44" actId="20577"/>
          <ac:spMkLst>
            <pc:docMk/>
            <pc:sldMk cId="2911147049" sldId="272"/>
            <ac:spMk id="2" creationId="{701F6A14-7BD5-C91F-3C28-2EEAC0138DC6}"/>
          </ac:spMkLst>
        </pc:spChg>
        <pc:spChg chg="mod">
          <ac:chgData name="Usuario invitado" userId="" providerId="Windows Live" clId="Web-{8FB9EB36-5045-4AE6-B5D5-3822BA05D794}" dt="2024-11-28T04:27:31.855" v="46" actId="14100"/>
          <ac:spMkLst>
            <pc:docMk/>
            <pc:sldMk cId="2911147049" sldId="272"/>
            <ac:spMk id="132" creationId="{00000000-0000-0000-0000-000000000000}"/>
          </ac:spMkLst>
        </pc:spChg>
        <pc:picChg chg="mod">
          <ac:chgData name="Usuario invitado" userId="" providerId="Windows Live" clId="Web-{8FB9EB36-5045-4AE6-B5D5-3822BA05D794}" dt="2024-11-28T04:32:03.914" v="47"/>
          <ac:picMkLst>
            <pc:docMk/>
            <pc:sldMk cId="2911147049" sldId="272"/>
            <ac:picMk id="8" creationId="{E409921E-586B-6D45-84A2-B30C1252AE2F}"/>
          </ac:picMkLst>
        </pc:picChg>
      </pc:sldChg>
    </pc:docChg>
  </pc:docChgLst>
  <pc:docChgLst>
    <pc:chgData name="Usuario invitado" providerId="Windows Live" clId="Web-{AD2E26E8-952E-41EC-9475-359CE03A5CF0}"/>
    <pc:docChg chg="modSld">
      <pc:chgData name="Usuario invitado" userId="" providerId="Windows Live" clId="Web-{AD2E26E8-952E-41EC-9475-359CE03A5CF0}" dt="2024-09-17T23:32:02.298" v="43" actId="1076"/>
      <pc:docMkLst>
        <pc:docMk/>
      </pc:docMkLst>
      <pc:sldChg chg="addSp delSp modSp">
        <pc:chgData name="Usuario invitado" userId="" providerId="Windows Live" clId="Web-{AD2E26E8-952E-41EC-9475-359CE03A5CF0}" dt="2024-09-17T23:32:02.298" v="43" actId="1076"/>
        <pc:sldMkLst>
          <pc:docMk/>
          <pc:sldMk cId="2911147049" sldId="272"/>
        </pc:sldMkLst>
        <pc:spChg chg="mod">
          <ac:chgData name="Usuario invitado" userId="" providerId="Windows Live" clId="Web-{AD2E26E8-952E-41EC-9475-359CE03A5CF0}" dt="2024-09-17T23:31:02.046" v="33" actId="20577"/>
          <ac:spMkLst>
            <pc:docMk/>
            <pc:sldMk cId="2911147049" sldId="272"/>
            <ac:spMk id="2" creationId="{701F6A14-7BD5-C91F-3C28-2EEAC0138DC6}"/>
          </ac:spMkLst>
        </pc:spChg>
        <pc:spChg chg="mod">
          <ac:chgData name="Usuario invitado" userId="" providerId="Windows Live" clId="Web-{AD2E26E8-952E-41EC-9475-359CE03A5CF0}" dt="2024-09-17T23:24:51.803" v="12" actId="20577"/>
          <ac:spMkLst>
            <pc:docMk/>
            <pc:sldMk cId="2911147049" sldId="272"/>
            <ac:spMk id="132" creationId="{00000000-0000-0000-0000-000000000000}"/>
          </ac:spMkLst>
        </pc:spChg>
        <pc:picChg chg="add del mod">
          <ac:chgData name="Usuario invitado" userId="" providerId="Windows Live" clId="Web-{AD2E26E8-952E-41EC-9475-359CE03A5CF0}" dt="2024-09-17T23:31:12.125" v="35"/>
          <ac:picMkLst>
            <pc:docMk/>
            <pc:sldMk cId="2911147049" sldId="272"/>
            <ac:picMk id="6" creationId="{301BEB21-D6F7-B7A7-B36A-2967DFCF9181}"/>
          </ac:picMkLst>
        </pc:picChg>
        <pc:picChg chg="add mod">
          <ac:chgData name="Usuario invitado" userId="" providerId="Windows Live" clId="Web-{AD2E26E8-952E-41EC-9475-359CE03A5CF0}" dt="2024-09-17T23:32:02.298" v="43" actId="1076"/>
          <ac:picMkLst>
            <pc:docMk/>
            <pc:sldMk cId="2911147049" sldId="272"/>
            <ac:picMk id="8" creationId="{E409921E-586B-6D45-84A2-B30C1252AE2F}"/>
          </ac:picMkLst>
        </pc:picChg>
      </pc:sldChg>
    </pc:docChg>
  </pc:docChgLst>
  <pc:docChgLst>
    <pc:chgData name="Usuario invitado" providerId="Windows Live" clId="Web-{C5633958-5117-4041-B9B7-03B3A8F22DB0}"/>
    <pc:docChg chg="modSld">
      <pc:chgData name="Usuario invitado" userId="" providerId="Windows Live" clId="Web-{C5633958-5117-4041-B9B7-03B3A8F22DB0}" dt="2024-09-07T00:00:11.001" v="44" actId="1076"/>
      <pc:docMkLst>
        <pc:docMk/>
      </pc:docMkLst>
      <pc:sldChg chg="modSp">
        <pc:chgData name="Usuario invitado" userId="" providerId="Windows Live" clId="Web-{C5633958-5117-4041-B9B7-03B3A8F22DB0}" dt="2024-09-06T23:12:33.106" v="22" actId="20577"/>
        <pc:sldMkLst>
          <pc:docMk/>
          <pc:sldMk cId="0" sldId="257"/>
        </pc:sldMkLst>
        <pc:spChg chg="mod">
          <ac:chgData name="Usuario invitado" userId="" providerId="Windows Live" clId="Web-{C5633958-5117-4041-B9B7-03B3A8F22DB0}" dt="2024-09-06T23:12:25.246" v="18" actId="20577"/>
          <ac:spMkLst>
            <pc:docMk/>
            <pc:sldMk cId="0" sldId="257"/>
            <ac:spMk id="2" creationId="{30A53B14-96E9-3BE2-ECD2-6BEA24B5E7B0}"/>
          </ac:spMkLst>
        </pc:spChg>
        <pc:spChg chg="mod">
          <ac:chgData name="Usuario invitado" userId="" providerId="Windows Live" clId="Web-{C5633958-5117-4041-B9B7-03B3A8F22DB0}" dt="2024-09-06T23:12:28.231" v="21" actId="20577"/>
          <ac:spMkLst>
            <pc:docMk/>
            <pc:sldMk cId="0" sldId="257"/>
            <ac:spMk id="135" creationId="{00000000-0000-0000-0000-000000000000}"/>
          </ac:spMkLst>
        </pc:spChg>
        <pc:spChg chg="mod">
          <ac:chgData name="Usuario invitado" userId="" providerId="Windows Live" clId="Web-{C5633958-5117-4041-B9B7-03B3A8F22DB0}" dt="2024-09-06T23:12:33.106" v="22" actId="20577"/>
          <ac:spMkLst>
            <pc:docMk/>
            <pc:sldMk cId="0" sldId="257"/>
            <ac:spMk id="136" creationId="{00000000-0000-0000-0000-000000000000}"/>
          </ac:spMkLst>
        </pc:spChg>
      </pc:sldChg>
      <pc:sldChg chg="addSp delSp modSp">
        <pc:chgData name="Usuario invitado" userId="" providerId="Windows Live" clId="Web-{C5633958-5117-4041-B9B7-03B3A8F22DB0}" dt="2024-09-07T00:00:11.001" v="44" actId="1076"/>
        <pc:sldMkLst>
          <pc:docMk/>
          <pc:sldMk cId="2911147049" sldId="272"/>
        </pc:sldMkLst>
        <pc:spChg chg="mod">
          <ac:chgData name="Usuario invitado" userId="" providerId="Windows Live" clId="Web-{C5633958-5117-4041-B9B7-03B3A8F22DB0}" dt="2024-09-06T23:12:48.325" v="39" actId="20577"/>
          <ac:spMkLst>
            <pc:docMk/>
            <pc:sldMk cId="2911147049" sldId="272"/>
            <ac:spMk id="2" creationId="{701F6A14-7BD5-C91F-3C28-2EEAC0138DC6}"/>
          </ac:spMkLst>
        </pc:spChg>
        <pc:spChg chg="del">
          <ac:chgData name="Usuario invitado" userId="" providerId="Windows Live" clId="Web-{C5633958-5117-4041-B9B7-03B3A8F22DB0}" dt="2024-09-06T23:12:53.778" v="40"/>
          <ac:spMkLst>
            <pc:docMk/>
            <pc:sldMk cId="2911147049" sldId="272"/>
            <ac:spMk id="6" creationId="{4021B8FB-66BA-4624-9B2E-5FF5150D2DD8}"/>
          </ac:spMkLst>
        </pc:spChg>
        <pc:spChg chg="mod">
          <ac:chgData name="Usuario invitado" userId="" providerId="Windows Live" clId="Web-{C5633958-5117-4041-B9B7-03B3A8F22DB0}" dt="2024-09-06T23:12:42.934" v="34" actId="20577"/>
          <ac:spMkLst>
            <pc:docMk/>
            <pc:sldMk cId="2911147049" sldId="272"/>
            <ac:spMk id="132" creationId="{00000000-0000-0000-0000-000000000000}"/>
          </ac:spMkLst>
        </pc:spChg>
        <pc:picChg chg="add mod">
          <ac:chgData name="Usuario invitado" userId="" providerId="Windows Live" clId="Web-{C5633958-5117-4041-B9B7-03B3A8F22DB0}" dt="2024-09-07T00:00:11.001" v="44" actId="1076"/>
          <ac:picMkLst>
            <pc:docMk/>
            <pc:sldMk cId="2911147049" sldId="272"/>
            <ac:picMk id="6" creationId="{301BEB21-D6F7-B7A7-B36A-2967DFCF9181}"/>
          </ac:picMkLst>
        </pc:picChg>
      </pc:sldChg>
    </pc:docChg>
  </pc:docChgLst>
  <pc:docChgLst>
    <pc:chgData name="Eduardo Reyes" userId="68a000ea750f4667" providerId="Windows Live" clId="Web-{7E709A9F-E8F4-E30E-6F4C-9AA7A0B8E321}"/>
    <pc:docChg chg="modSld">
      <pc:chgData name="Eduardo Reyes" userId="68a000ea750f4667" providerId="Windows Live" clId="Web-{7E709A9F-E8F4-E30E-6F4C-9AA7A0B8E321}" dt="2025-02-18T01:33:25.107" v="29" actId="20577"/>
      <pc:docMkLst>
        <pc:docMk/>
      </pc:docMkLst>
      <pc:sldChg chg="modSp">
        <pc:chgData name="Eduardo Reyes" userId="68a000ea750f4667" providerId="Windows Live" clId="Web-{7E709A9F-E8F4-E30E-6F4C-9AA7A0B8E321}" dt="2025-02-18T01:33:25.107" v="29" actId="20577"/>
        <pc:sldMkLst>
          <pc:docMk/>
          <pc:sldMk cId="0" sldId="257"/>
        </pc:sldMkLst>
        <pc:spChg chg="mod">
          <ac:chgData name="Eduardo Reyes" userId="68a000ea750f4667" providerId="Windows Live" clId="Web-{7E709A9F-E8F4-E30E-6F4C-9AA7A0B8E321}" dt="2025-02-18T01:16:32.727" v="13" actId="14100"/>
          <ac:spMkLst>
            <pc:docMk/>
            <pc:sldMk cId="0" sldId="257"/>
            <ac:spMk id="2" creationId="{30A53B14-96E9-3BE2-ECD2-6BEA24B5E7B0}"/>
          </ac:spMkLst>
        </pc:spChg>
        <pc:spChg chg="mod">
          <ac:chgData name="Eduardo Reyes" userId="68a000ea750f4667" providerId="Windows Live" clId="Web-{7E709A9F-E8F4-E30E-6F4C-9AA7A0B8E321}" dt="2025-02-18T01:33:25.107" v="29" actId="20577"/>
          <ac:spMkLst>
            <pc:docMk/>
            <pc:sldMk cId="0" sldId="257"/>
            <ac:spMk id="135" creationId="{00000000-0000-0000-0000-000000000000}"/>
          </ac:spMkLst>
        </pc:spChg>
        <pc:spChg chg="mod">
          <ac:chgData name="Eduardo Reyes" userId="68a000ea750f4667" providerId="Windows Live" clId="Web-{7E709A9F-E8F4-E30E-6F4C-9AA7A0B8E321}" dt="2025-02-18T01:33:22.466" v="28" actId="20577"/>
          <ac:spMkLst>
            <pc:docMk/>
            <pc:sldMk cId="0" sldId="257"/>
            <ac:spMk id="136" creationId="{00000000-0000-0000-0000-000000000000}"/>
          </ac:spMkLst>
        </pc:spChg>
      </pc:sldChg>
      <pc:sldChg chg="addSp delSp modSp">
        <pc:chgData name="Eduardo Reyes" userId="68a000ea750f4667" providerId="Windows Live" clId="Web-{7E709A9F-E8F4-E30E-6F4C-9AA7A0B8E321}" dt="2025-02-18T01:19:19.624" v="24" actId="1076"/>
        <pc:sldMkLst>
          <pc:docMk/>
          <pc:sldMk cId="2911147049" sldId="272"/>
        </pc:sldMkLst>
        <pc:spChg chg="mod">
          <ac:chgData name="Eduardo Reyes" userId="68a000ea750f4667" providerId="Windows Live" clId="Web-{7E709A9F-E8F4-E30E-6F4C-9AA7A0B8E321}" dt="2025-02-18T01:02:30.072" v="5" actId="20577"/>
          <ac:spMkLst>
            <pc:docMk/>
            <pc:sldMk cId="2911147049" sldId="272"/>
            <ac:spMk id="2" creationId="{701F6A14-7BD5-C91F-3C28-2EEAC0138DC6}"/>
          </ac:spMkLst>
        </pc:spChg>
        <pc:spChg chg="mod">
          <ac:chgData name="Eduardo Reyes" userId="68a000ea750f4667" providerId="Windows Live" clId="Web-{7E709A9F-E8F4-E30E-6F4C-9AA7A0B8E321}" dt="2025-02-18T01:19:19.624" v="24" actId="1076"/>
          <ac:spMkLst>
            <pc:docMk/>
            <pc:sldMk cId="2911147049" sldId="272"/>
            <ac:spMk id="132" creationId="{00000000-0000-0000-0000-000000000000}"/>
          </ac:spMkLst>
        </pc:spChg>
        <pc:picChg chg="add mod">
          <ac:chgData name="Eduardo Reyes" userId="68a000ea750f4667" providerId="Windows Live" clId="Web-{7E709A9F-E8F4-E30E-6F4C-9AA7A0B8E321}" dt="2025-02-18T01:18:57.076" v="17" actId="1076"/>
          <ac:picMkLst>
            <pc:docMk/>
            <pc:sldMk cId="2911147049" sldId="272"/>
            <ac:picMk id="6" creationId="{B41B3E82-90B0-E444-FBB6-5B04F53A5751}"/>
          </ac:picMkLst>
        </pc:picChg>
        <pc:picChg chg="del">
          <ac:chgData name="Eduardo Reyes" userId="68a000ea750f4667" providerId="Windows Live" clId="Web-{7E709A9F-E8F4-E30E-6F4C-9AA7A0B8E321}" dt="2025-02-18T01:18:52.545" v="16"/>
          <ac:picMkLst>
            <pc:docMk/>
            <pc:sldMk cId="2911147049" sldId="272"/>
            <ac:picMk id="8" creationId="{E409921E-586B-6D45-84A2-B30C1252AE2F}"/>
          </ac:picMkLst>
        </pc:picChg>
      </pc:sldChg>
    </pc:docChg>
  </pc:docChgLst>
  <pc:docChgLst>
    <pc:chgData name="Eduardo Reyes" userId="68a000ea750f4667" providerId="Windows Live" clId="Web-{E5DF01BB-ED85-F995-3B61-4AB797188749}"/>
    <pc:docChg chg="modSld">
      <pc:chgData name="Eduardo Reyes" userId="68a000ea750f4667" providerId="Windows Live" clId="Web-{E5DF01BB-ED85-F995-3B61-4AB797188749}" dt="2025-02-18T01:40:19.842" v="33" actId="1076"/>
      <pc:docMkLst>
        <pc:docMk/>
      </pc:docMkLst>
      <pc:sldChg chg="addSp modSp">
        <pc:chgData name="Eduardo Reyes" userId="68a000ea750f4667" providerId="Windows Live" clId="Web-{E5DF01BB-ED85-F995-3B61-4AB797188749}" dt="2025-02-18T01:40:19.842" v="33" actId="1076"/>
        <pc:sldMkLst>
          <pc:docMk/>
          <pc:sldMk cId="0" sldId="264"/>
        </pc:sldMkLst>
        <pc:spChg chg="add mod">
          <ac:chgData name="Eduardo Reyes" userId="68a000ea750f4667" providerId="Windows Live" clId="Web-{E5DF01BB-ED85-F995-3B61-4AB797188749}" dt="2025-02-18T01:40:19.842" v="33" actId="1076"/>
          <ac:spMkLst>
            <pc:docMk/>
            <pc:sldMk cId="0" sldId="264"/>
            <ac:spMk id="5" creationId="{75A1E673-FAED-388C-577B-8A0D461FE488}"/>
          </ac:spMkLst>
        </pc:spChg>
        <pc:spChg chg="add mod">
          <ac:chgData name="Eduardo Reyes" userId="68a000ea750f4667" providerId="Windows Live" clId="Web-{E5DF01BB-ED85-F995-3B61-4AB797188749}" dt="2025-02-18T01:40:04.811" v="29" actId="1076"/>
          <ac:spMkLst>
            <pc:docMk/>
            <pc:sldMk cId="0" sldId="264"/>
            <ac:spMk id="7" creationId="{7099A39C-2D50-FA31-A4AA-00313B9C19DA}"/>
          </ac:spMkLst>
        </pc:spChg>
        <pc:picChg chg="mod">
          <ac:chgData name="Eduardo Reyes" userId="68a000ea750f4667" providerId="Windows Live" clId="Web-{E5DF01BB-ED85-F995-3B61-4AB797188749}" dt="2025-02-18T01:38:41.792" v="5" actId="1076"/>
          <ac:picMkLst>
            <pc:docMk/>
            <pc:sldMk cId="0" sldId="264"/>
            <ac:picMk id="3074" creationId="{D66EA25D-056B-3AE8-130F-44326192C069}"/>
          </ac:picMkLst>
        </pc:picChg>
      </pc:sldChg>
    </pc:docChg>
  </pc:docChgLst>
  <pc:docChgLst>
    <pc:chgData name="Eduardo Reyes" userId="68a000ea750f4667" providerId="Windows Live" clId="Web-{5669D1C1-638C-E604-7B10-5FBEC2F13B81}"/>
    <pc:docChg chg="modSld">
      <pc:chgData name="Eduardo Reyes" userId="68a000ea750f4667" providerId="Windows Live" clId="Web-{5669D1C1-638C-E604-7B10-5FBEC2F13B81}" dt="2025-02-20T00:03:16.263" v="2" actId="20577"/>
      <pc:docMkLst>
        <pc:docMk/>
      </pc:docMkLst>
      <pc:sldChg chg="modSp">
        <pc:chgData name="Eduardo Reyes" userId="68a000ea750f4667" providerId="Windows Live" clId="Web-{5669D1C1-638C-E604-7B10-5FBEC2F13B81}" dt="2025-02-20T00:03:16.263" v="2" actId="20577"/>
        <pc:sldMkLst>
          <pc:docMk/>
          <pc:sldMk cId="0" sldId="257"/>
        </pc:sldMkLst>
        <pc:spChg chg="mod">
          <ac:chgData name="Eduardo Reyes" userId="68a000ea750f4667" providerId="Windows Live" clId="Web-{5669D1C1-638C-E604-7B10-5FBEC2F13B81}" dt="2025-02-20T00:03:13.044" v="0" actId="20577"/>
          <ac:spMkLst>
            <pc:docMk/>
            <pc:sldMk cId="0" sldId="257"/>
            <ac:spMk id="135" creationId="{00000000-0000-0000-0000-000000000000}"/>
          </ac:spMkLst>
        </pc:spChg>
        <pc:spChg chg="mod">
          <ac:chgData name="Eduardo Reyes" userId="68a000ea750f4667" providerId="Windows Live" clId="Web-{5669D1C1-638C-E604-7B10-5FBEC2F13B81}" dt="2025-02-20T00:03:16.263" v="2" actId="20577"/>
          <ac:spMkLst>
            <pc:docMk/>
            <pc:sldMk cId="0" sldId="257"/>
            <ac:spMk id="136" creationId="{00000000-0000-0000-0000-000000000000}"/>
          </ac:spMkLst>
        </pc:spChg>
      </pc:sldChg>
    </pc:docChg>
  </pc:docChgLst>
  <pc:docChgLst>
    <pc:chgData name="pxjalarc (Alarcon Vargas, Jorge Ramiro)" userId="S::pxjalarc@cibertec.edu.pe::f52dab9c-8766-4430-830f-298a0f8be213" providerId="AD" clId="Web-{01B806C6-61C0-4048-99C8-F2B37BA4F646}"/>
    <pc:docChg chg="modSld">
      <pc:chgData name="pxjalarc (Alarcon Vargas, Jorge Ramiro)" userId="S::pxjalarc@cibertec.edu.pe::f52dab9c-8766-4430-830f-298a0f8be213" providerId="AD" clId="Web-{01B806C6-61C0-4048-99C8-F2B37BA4F646}" dt="2025-03-03T04:06:10.897" v="12" actId="20577"/>
      <pc:docMkLst>
        <pc:docMk/>
      </pc:docMkLst>
      <pc:sldChg chg="modSp">
        <pc:chgData name="pxjalarc (Alarcon Vargas, Jorge Ramiro)" userId="S::pxjalarc@cibertec.edu.pe::f52dab9c-8766-4430-830f-298a0f8be213" providerId="AD" clId="Web-{01B806C6-61C0-4048-99C8-F2B37BA4F646}" dt="2025-03-03T04:05:35.380" v="0" actId="20577"/>
        <pc:sldMkLst>
          <pc:docMk/>
          <pc:sldMk cId="0" sldId="257"/>
        </pc:sldMkLst>
        <pc:spChg chg="mod">
          <ac:chgData name="pxjalarc (Alarcon Vargas, Jorge Ramiro)" userId="S::pxjalarc@cibertec.edu.pe::f52dab9c-8766-4430-830f-298a0f8be213" providerId="AD" clId="Web-{01B806C6-61C0-4048-99C8-F2B37BA4F646}" dt="2025-03-03T04:05:35.380" v="0" actId="20577"/>
          <ac:spMkLst>
            <pc:docMk/>
            <pc:sldMk cId="0" sldId="257"/>
            <ac:spMk id="2" creationId="{30A53B14-96E9-3BE2-ECD2-6BEA24B5E7B0}"/>
          </ac:spMkLst>
        </pc:spChg>
      </pc:sldChg>
      <pc:sldChg chg="delSp modSp">
        <pc:chgData name="pxjalarc (Alarcon Vargas, Jorge Ramiro)" userId="S::pxjalarc@cibertec.edu.pe::f52dab9c-8766-4430-830f-298a0f8be213" providerId="AD" clId="Web-{01B806C6-61C0-4048-99C8-F2B37BA4F646}" dt="2025-03-03T04:06:10.897" v="12" actId="20577"/>
        <pc:sldMkLst>
          <pc:docMk/>
          <pc:sldMk cId="2911147049" sldId="272"/>
        </pc:sldMkLst>
        <pc:spChg chg="mod">
          <ac:chgData name="pxjalarc (Alarcon Vargas, Jorge Ramiro)" userId="S::pxjalarc@cibertec.edu.pe::f52dab9c-8766-4430-830f-298a0f8be213" providerId="AD" clId="Web-{01B806C6-61C0-4048-99C8-F2B37BA4F646}" dt="2025-03-03T04:06:10.897" v="12" actId="20577"/>
          <ac:spMkLst>
            <pc:docMk/>
            <pc:sldMk cId="2911147049" sldId="272"/>
            <ac:spMk id="2" creationId="{701F6A14-7BD5-C91F-3C28-2EEAC0138DC6}"/>
          </ac:spMkLst>
        </pc:spChg>
        <pc:spChg chg="mod">
          <ac:chgData name="pxjalarc (Alarcon Vargas, Jorge Ramiro)" userId="S::pxjalarc@cibertec.edu.pe::f52dab9c-8766-4430-830f-298a0f8be213" providerId="AD" clId="Web-{01B806C6-61C0-4048-99C8-F2B37BA4F646}" dt="2025-03-03T04:05:56.740" v="11" actId="20577"/>
          <ac:spMkLst>
            <pc:docMk/>
            <pc:sldMk cId="2911147049" sldId="272"/>
            <ac:spMk id="132" creationId="{00000000-0000-0000-0000-000000000000}"/>
          </ac:spMkLst>
        </pc:spChg>
        <pc:picChg chg="del">
          <ac:chgData name="pxjalarc (Alarcon Vargas, Jorge Ramiro)" userId="S::pxjalarc@cibertec.edu.pe::f52dab9c-8766-4430-830f-298a0f8be213" providerId="AD" clId="Web-{01B806C6-61C0-4048-99C8-F2B37BA4F646}" dt="2025-03-03T04:05:39.974" v="1"/>
          <ac:picMkLst>
            <pc:docMk/>
            <pc:sldMk cId="2911147049" sldId="272"/>
            <ac:picMk id="6" creationId="{B41B3E82-90B0-E444-FBB6-5B04F53A5751}"/>
          </ac:picMkLst>
        </pc:picChg>
      </pc:sldChg>
    </pc:docChg>
  </pc:docChgLst>
  <pc:docChgLst>
    <pc:chgData name="Usuario invitado" providerId="Windows Live" clId="Web-{FFE50969-0F52-40F6-BEC4-38C1E2EDA2AF}"/>
    <pc:docChg chg="modSld">
      <pc:chgData name="Usuario invitado" userId="" providerId="Windows Live" clId="Web-{FFE50969-0F52-40F6-BEC4-38C1E2EDA2AF}" dt="2024-09-18T00:20:37.482" v="4" actId="20577"/>
      <pc:docMkLst>
        <pc:docMk/>
      </pc:docMkLst>
      <pc:sldChg chg="modSp">
        <pc:chgData name="Usuario invitado" userId="" providerId="Windows Live" clId="Web-{FFE50969-0F52-40F6-BEC4-38C1E2EDA2AF}" dt="2024-09-18T00:20:37.482" v="4" actId="20577"/>
        <pc:sldMkLst>
          <pc:docMk/>
          <pc:sldMk cId="2911147049" sldId="272"/>
        </pc:sldMkLst>
        <pc:spChg chg="mod">
          <ac:chgData name="Usuario invitado" userId="" providerId="Windows Live" clId="Web-{FFE50969-0F52-40F6-BEC4-38C1E2EDA2AF}" dt="2024-09-18T00:20:37.482" v="4" actId="20577"/>
          <ac:spMkLst>
            <pc:docMk/>
            <pc:sldMk cId="2911147049" sldId="272"/>
            <ac:spMk id="2" creationId="{701F6A14-7BD5-C91F-3C28-2EEAC0138DC6}"/>
          </ac:spMkLst>
        </pc:spChg>
      </pc:sldChg>
    </pc:docChg>
  </pc:docChgLst>
  <pc:docChgLst>
    <pc:chgData name="daniel cardenas" userId="dc3820ef5aadb22f" providerId="LiveId" clId="{FCC8C71B-5C56-4FB0-9C61-0E6806BE3724}"/>
    <pc:docChg chg="custSel modSld">
      <pc:chgData name="daniel cardenas" userId="dc3820ef5aadb22f" providerId="LiveId" clId="{FCC8C71B-5C56-4FB0-9C61-0E6806BE3724}" dt="2024-06-16T02:19:11.719" v="96" actId="20577"/>
      <pc:docMkLst>
        <pc:docMk/>
      </pc:docMkLst>
      <pc:sldChg chg="modSp mod">
        <pc:chgData name="daniel cardenas" userId="dc3820ef5aadb22f" providerId="LiveId" clId="{FCC8C71B-5C56-4FB0-9C61-0E6806BE3724}" dt="2024-06-16T02:18:35.281" v="35" actId="20577"/>
        <pc:sldMkLst>
          <pc:docMk/>
          <pc:sldMk cId="0" sldId="257"/>
        </pc:sldMkLst>
        <pc:spChg chg="mod">
          <ac:chgData name="daniel cardenas" userId="dc3820ef5aadb22f" providerId="LiveId" clId="{FCC8C71B-5C56-4FB0-9C61-0E6806BE3724}" dt="2024-06-16T02:18:35.281" v="35" actId="20577"/>
          <ac:spMkLst>
            <pc:docMk/>
            <pc:sldMk cId="0" sldId="257"/>
            <ac:spMk id="2" creationId="{30A53B14-96E9-3BE2-ECD2-6BEA24B5E7B0}"/>
          </ac:spMkLst>
        </pc:spChg>
      </pc:sldChg>
      <pc:sldChg chg="modSp mod">
        <pc:chgData name="daniel cardenas" userId="dc3820ef5aadb22f" providerId="LiveId" clId="{FCC8C71B-5C56-4FB0-9C61-0E6806BE3724}" dt="2024-06-16T02:19:11.719" v="96" actId="20577"/>
        <pc:sldMkLst>
          <pc:docMk/>
          <pc:sldMk cId="2911147049" sldId="272"/>
        </pc:sldMkLst>
        <pc:spChg chg="mod">
          <ac:chgData name="daniel cardenas" userId="dc3820ef5aadb22f" providerId="LiveId" clId="{FCC8C71B-5C56-4FB0-9C61-0E6806BE3724}" dt="2024-06-16T02:19:11.719" v="96" actId="20577"/>
          <ac:spMkLst>
            <pc:docMk/>
            <pc:sldMk cId="2911147049" sldId="272"/>
            <ac:spMk id="2" creationId="{701F6A14-7BD5-C91F-3C28-2EEAC0138DC6}"/>
          </ac:spMkLst>
        </pc:spChg>
        <pc:spChg chg="mod">
          <ac:chgData name="daniel cardenas" userId="dc3820ef5aadb22f" providerId="LiveId" clId="{FCC8C71B-5C56-4FB0-9C61-0E6806BE3724}" dt="2024-06-16T02:19:04.583" v="88" actId="20577"/>
          <ac:spMkLst>
            <pc:docMk/>
            <pc:sldMk cId="2911147049" sldId="272"/>
            <ac:spMk id="132" creationId="{00000000-0000-0000-0000-000000000000}"/>
          </ac:spMkLst>
        </pc:spChg>
      </pc:sldChg>
    </pc:docChg>
  </pc:docChgLst>
  <pc:docChgLst>
    <pc:chgData name="Gian Pierree Muñoz Montoya" userId="c93c40310a496c1f" providerId="Windows Live" clId="Web-{8B0F1BD2-6082-44C0-B2EA-1243F7A3166B}"/>
    <pc:docChg chg="modSld">
      <pc:chgData name="Gian Pierree Muñoz Montoya" userId="c93c40310a496c1f" providerId="Windows Live" clId="Web-{8B0F1BD2-6082-44C0-B2EA-1243F7A3166B}" dt="2024-06-20T21:49:12.982" v="78" actId="20577"/>
      <pc:docMkLst>
        <pc:docMk/>
      </pc:docMkLst>
      <pc:sldChg chg="addSp delSp modSp">
        <pc:chgData name="Gian Pierree Muñoz Montoya" userId="c93c40310a496c1f" providerId="Windows Live" clId="Web-{8B0F1BD2-6082-44C0-B2EA-1243F7A3166B}" dt="2024-06-20T21:48:07.745" v="66" actId="20577"/>
        <pc:sldMkLst>
          <pc:docMk/>
          <pc:sldMk cId="0" sldId="257"/>
        </pc:sldMkLst>
        <pc:spChg chg="add del mod">
          <ac:chgData name="Gian Pierree Muñoz Montoya" userId="c93c40310a496c1f" providerId="Windows Live" clId="Web-{8B0F1BD2-6082-44C0-B2EA-1243F7A3166B}" dt="2024-06-20T21:47:34.901" v="62" actId="20577"/>
          <ac:spMkLst>
            <pc:docMk/>
            <pc:sldMk cId="0" sldId="257"/>
            <ac:spMk id="2" creationId="{30A53B14-96E9-3BE2-ECD2-6BEA24B5E7B0}"/>
          </ac:spMkLst>
        </pc:spChg>
        <pc:spChg chg="mod">
          <ac:chgData name="Gian Pierree Muñoz Montoya" userId="c93c40310a496c1f" providerId="Windows Live" clId="Web-{8B0F1BD2-6082-44C0-B2EA-1243F7A3166B}" dt="2024-06-20T21:48:05.198" v="65" actId="20577"/>
          <ac:spMkLst>
            <pc:docMk/>
            <pc:sldMk cId="0" sldId="257"/>
            <ac:spMk id="135" creationId="{00000000-0000-0000-0000-000000000000}"/>
          </ac:spMkLst>
        </pc:spChg>
        <pc:spChg chg="mod">
          <ac:chgData name="Gian Pierree Muñoz Montoya" userId="c93c40310a496c1f" providerId="Windows Live" clId="Web-{8B0F1BD2-6082-44C0-B2EA-1243F7A3166B}" dt="2024-06-20T21:48:07.745" v="66" actId="20577"/>
          <ac:spMkLst>
            <pc:docMk/>
            <pc:sldMk cId="0" sldId="257"/>
            <ac:spMk id="136" creationId="{00000000-0000-0000-0000-000000000000}"/>
          </ac:spMkLst>
        </pc:spChg>
        <pc:graphicFrameChg chg="add del mod">
          <ac:chgData name="Gian Pierree Muñoz Montoya" userId="c93c40310a496c1f" providerId="Windows Live" clId="Web-{8B0F1BD2-6082-44C0-B2EA-1243F7A3166B}" dt="2024-06-20T21:47:11.634" v="24"/>
          <ac:graphicFrameMkLst>
            <pc:docMk/>
            <pc:sldMk cId="0" sldId="257"/>
            <ac:graphicFrameMk id="5" creationId="{BD956A9B-AEBD-E662-805D-6544701F8A7F}"/>
          </ac:graphicFrameMkLst>
        </pc:graphicFrameChg>
        <pc:graphicFrameChg chg="add del mod">
          <ac:chgData name="Gian Pierree Muñoz Montoya" userId="c93c40310a496c1f" providerId="Windows Live" clId="Web-{8B0F1BD2-6082-44C0-B2EA-1243F7A3166B}" dt="2024-06-20T21:47:40.729" v="63"/>
          <ac:graphicFrameMkLst>
            <pc:docMk/>
            <pc:sldMk cId="0" sldId="257"/>
            <ac:graphicFrameMk id="7" creationId="{A85EB0EF-F72F-DC4F-79E0-FD9A93D71FAA}"/>
          </ac:graphicFrameMkLst>
        </pc:graphicFrameChg>
      </pc:sldChg>
      <pc:sldChg chg="modSp">
        <pc:chgData name="Gian Pierree Muñoz Montoya" userId="c93c40310a496c1f" providerId="Windows Live" clId="Web-{8B0F1BD2-6082-44C0-B2EA-1243F7A3166B}" dt="2024-06-20T21:49:12.982" v="78" actId="20577"/>
        <pc:sldMkLst>
          <pc:docMk/>
          <pc:sldMk cId="2911147049" sldId="272"/>
        </pc:sldMkLst>
        <pc:spChg chg="mod">
          <ac:chgData name="Gian Pierree Muñoz Montoya" userId="c93c40310a496c1f" providerId="Windows Live" clId="Web-{8B0F1BD2-6082-44C0-B2EA-1243F7A3166B}" dt="2024-06-20T21:49:12.982" v="78" actId="20577"/>
          <ac:spMkLst>
            <pc:docMk/>
            <pc:sldMk cId="2911147049" sldId="272"/>
            <ac:spMk id="2" creationId="{701F6A14-7BD5-C91F-3C28-2EEAC0138DC6}"/>
          </ac:spMkLst>
        </pc:spChg>
        <pc:spChg chg="mod">
          <ac:chgData name="Gian Pierree Muñoz Montoya" userId="c93c40310a496c1f" providerId="Windows Live" clId="Web-{8B0F1BD2-6082-44C0-B2EA-1243F7A3166B}" dt="2024-06-20T21:49:00.341" v="74" actId="20577"/>
          <ac:spMkLst>
            <pc:docMk/>
            <pc:sldMk cId="2911147049" sldId="272"/>
            <ac:spMk id="132" creationId="{00000000-0000-0000-0000-000000000000}"/>
          </ac:spMkLst>
        </pc:spChg>
      </pc:sldChg>
    </pc:docChg>
  </pc:docChgLst>
  <pc:docChgLst>
    <pc:chgData name="Rosario Lamas Bustamante" userId="8ce280f3-bc47-4965-9c7d-b9270e91f28b" providerId="ADAL" clId="{564F4253-FEAF-4130-B0C6-5880FC30DB30}"/>
    <pc:docChg chg="custSel addSld delSld modSld">
      <pc:chgData name="Rosario Lamas Bustamante" userId="8ce280f3-bc47-4965-9c7d-b9270e91f28b" providerId="ADAL" clId="{564F4253-FEAF-4130-B0C6-5880FC30DB30}" dt="2024-05-30T17:46:03.249" v="12" actId="790"/>
      <pc:docMkLst>
        <pc:docMk/>
      </pc:docMkLst>
      <pc:sldChg chg="modSp mod">
        <pc:chgData name="Rosario Lamas Bustamante" userId="8ce280f3-bc47-4965-9c7d-b9270e91f28b" providerId="ADAL" clId="{564F4253-FEAF-4130-B0C6-5880FC30DB30}" dt="2024-05-30T17:45:36.524" v="11" actId="1076"/>
        <pc:sldMkLst>
          <pc:docMk/>
          <pc:sldMk cId="0" sldId="260"/>
        </pc:sldMkLst>
        <pc:picChg chg="mod">
          <ac:chgData name="Rosario Lamas Bustamante" userId="8ce280f3-bc47-4965-9c7d-b9270e91f28b" providerId="ADAL" clId="{564F4253-FEAF-4130-B0C6-5880FC30DB30}" dt="2024-05-30T17:45:31.088" v="9" actId="1076"/>
          <ac:picMkLst>
            <pc:docMk/>
            <pc:sldMk cId="0" sldId="260"/>
            <ac:picMk id="189" creationId="{00000000-0000-0000-0000-000000000000}"/>
          </ac:picMkLst>
        </pc:picChg>
        <pc:picChg chg="mod">
          <ac:chgData name="Rosario Lamas Bustamante" userId="8ce280f3-bc47-4965-9c7d-b9270e91f28b" providerId="ADAL" clId="{564F4253-FEAF-4130-B0C6-5880FC30DB30}" dt="2024-05-30T17:45:33.296" v="10" actId="1076"/>
          <ac:picMkLst>
            <pc:docMk/>
            <pc:sldMk cId="0" sldId="260"/>
            <ac:picMk id="200" creationId="{00000000-0000-0000-0000-000000000000}"/>
          </ac:picMkLst>
        </pc:picChg>
        <pc:picChg chg="mod">
          <ac:chgData name="Rosario Lamas Bustamante" userId="8ce280f3-bc47-4965-9c7d-b9270e91f28b" providerId="ADAL" clId="{564F4253-FEAF-4130-B0C6-5880FC30DB30}" dt="2024-05-30T17:45:36.524" v="11" actId="1076"/>
          <ac:picMkLst>
            <pc:docMk/>
            <pc:sldMk cId="0" sldId="260"/>
            <ac:picMk id="204" creationId="{00000000-0000-0000-0000-000000000000}"/>
          </ac:picMkLst>
        </pc:picChg>
      </pc:sldChg>
      <pc:sldChg chg="modSp mod">
        <pc:chgData name="Rosario Lamas Bustamante" userId="8ce280f3-bc47-4965-9c7d-b9270e91f28b" providerId="ADAL" clId="{564F4253-FEAF-4130-B0C6-5880FC30DB30}" dt="2024-05-30T17:46:03.249" v="12" actId="790"/>
        <pc:sldMkLst>
          <pc:docMk/>
          <pc:sldMk cId="0" sldId="261"/>
        </pc:sldMkLst>
        <pc:spChg chg="mod">
          <ac:chgData name="Rosario Lamas Bustamante" userId="8ce280f3-bc47-4965-9c7d-b9270e91f28b" providerId="ADAL" clId="{564F4253-FEAF-4130-B0C6-5880FC30DB30}" dt="2024-05-30T17:46:03.249" v="12" actId="790"/>
          <ac:spMkLst>
            <pc:docMk/>
            <pc:sldMk cId="0" sldId="261"/>
            <ac:spMk id="227" creationId="{00000000-0000-0000-0000-000000000000}"/>
          </ac:spMkLst>
        </pc:spChg>
      </pc:sldChg>
      <pc:sldChg chg="modSp mod">
        <pc:chgData name="Rosario Lamas Bustamante" userId="8ce280f3-bc47-4965-9c7d-b9270e91f28b" providerId="ADAL" clId="{564F4253-FEAF-4130-B0C6-5880FC30DB30}" dt="2024-05-30T17:44:48.212" v="3"/>
        <pc:sldMkLst>
          <pc:docMk/>
          <pc:sldMk cId="0" sldId="262"/>
        </pc:sldMkLst>
        <pc:spChg chg="mod">
          <ac:chgData name="Rosario Lamas Bustamante" userId="8ce280f3-bc47-4965-9c7d-b9270e91f28b" providerId="ADAL" clId="{564F4253-FEAF-4130-B0C6-5880FC30DB30}" dt="2024-05-30T17:44:48.212" v="3"/>
          <ac:spMkLst>
            <pc:docMk/>
            <pc:sldMk cId="0" sldId="262"/>
            <ac:spMk id="264" creationId="{00000000-0000-0000-0000-000000000000}"/>
          </ac:spMkLst>
        </pc:spChg>
      </pc:sldChg>
      <pc:sldChg chg="modSp mod">
        <pc:chgData name="Rosario Lamas Bustamante" userId="8ce280f3-bc47-4965-9c7d-b9270e91f28b" providerId="ADAL" clId="{564F4253-FEAF-4130-B0C6-5880FC30DB30}" dt="2024-05-30T17:45:11.952" v="7" actId="14100"/>
        <pc:sldMkLst>
          <pc:docMk/>
          <pc:sldMk cId="0" sldId="266"/>
        </pc:sldMkLst>
        <pc:spChg chg="mod">
          <ac:chgData name="Rosario Lamas Bustamante" userId="8ce280f3-bc47-4965-9c7d-b9270e91f28b" providerId="ADAL" clId="{564F4253-FEAF-4130-B0C6-5880FC30DB30}" dt="2024-05-30T17:45:11.952" v="7" actId="14100"/>
          <ac:spMkLst>
            <pc:docMk/>
            <pc:sldMk cId="0" sldId="266"/>
            <ac:spMk id="4" creationId="{6493F7FA-3230-A099-08C5-1CF2A81A8CBD}"/>
          </ac:spMkLst>
        </pc:spChg>
      </pc:sldChg>
      <pc:sldChg chg="del">
        <pc:chgData name="Rosario Lamas Bustamante" userId="8ce280f3-bc47-4965-9c7d-b9270e91f28b" providerId="ADAL" clId="{564F4253-FEAF-4130-B0C6-5880FC30DB30}" dt="2024-05-30T17:44:23.489" v="2" actId="47"/>
        <pc:sldMkLst>
          <pc:docMk/>
          <pc:sldMk cId="3063452125" sldId="267"/>
        </pc:sldMkLst>
      </pc:sldChg>
      <pc:sldChg chg="del">
        <pc:chgData name="Rosario Lamas Bustamante" userId="8ce280f3-bc47-4965-9c7d-b9270e91f28b" providerId="ADAL" clId="{564F4253-FEAF-4130-B0C6-5880FC30DB30}" dt="2024-05-30T17:44:04.876" v="0" actId="47"/>
        <pc:sldMkLst>
          <pc:docMk/>
          <pc:sldMk cId="488243103" sldId="270"/>
        </pc:sldMkLst>
      </pc:sldChg>
      <pc:sldChg chg="del">
        <pc:chgData name="Rosario Lamas Bustamante" userId="8ce280f3-bc47-4965-9c7d-b9270e91f28b" providerId="ADAL" clId="{564F4253-FEAF-4130-B0C6-5880FC30DB30}" dt="2024-05-30T17:45:17.328" v="8" actId="47"/>
        <pc:sldMkLst>
          <pc:docMk/>
          <pc:sldMk cId="507329771" sldId="271"/>
        </pc:sldMkLst>
      </pc:sldChg>
      <pc:sldChg chg="add">
        <pc:chgData name="Rosario Lamas Bustamante" userId="8ce280f3-bc47-4965-9c7d-b9270e91f28b" providerId="ADAL" clId="{564F4253-FEAF-4130-B0C6-5880FC30DB30}" dt="2024-05-30T17:44:20.271" v="1"/>
        <pc:sldMkLst>
          <pc:docMk/>
          <pc:sldMk cId="2911147049" sldId="272"/>
        </pc:sldMkLst>
      </pc:sldChg>
    </pc:docChg>
  </pc:docChgLst>
  <pc:docChgLst>
    <pc:chgData name="Giancarlo Durand Collantes" userId="8eedacbad56d1184" providerId="Windows Live" clId="Web-{0D954E1D-E09F-49EF-02B8-CA19487E0814}"/>
    <pc:docChg chg="modSld">
      <pc:chgData name="Giancarlo Durand Collantes" userId="8eedacbad56d1184" providerId="Windows Live" clId="Web-{0D954E1D-E09F-49EF-02B8-CA19487E0814}" dt="2025-02-01T15:33:07.887" v="5" actId="20577"/>
      <pc:docMkLst>
        <pc:docMk/>
      </pc:docMkLst>
      <pc:sldChg chg="modSp">
        <pc:chgData name="Giancarlo Durand Collantes" userId="8eedacbad56d1184" providerId="Windows Live" clId="Web-{0D954E1D-E09F-49EF-02B8-CA19487E0814}" dt="2025-02-01T15:33:07.887" v="5" actId="20577"/>
        <pc:sldMkLst>
          <pc:docMk/>
          <pc:sldMk cId="0" sldId="257"/>
        </pc:sldMkLst>
        <pc:spChg chg="mod">
          <ac:chgData name="Giancarlo Durand Collantes" userId="8eedacbad56d1184" providerId="Windows Live" clId="Web-{0D954E1D-E09F-49EF-02B8-CA19487E0814}" dt="2025-02-01T15:33:07.887" v="5" actId="20577"/>
          <ac:spMkLst>
            <pc:docMk/>
            <pc:sldMk cId="0" sldId="257"/>
            <ac:spMk id="135" creationId="{00000000-0000-0000-0000-000000000000}"/>
          </ac:spMkLst>
        </pc:spChg>
        <pc:spChg chg="mod">
          <ac:chgData name="Giancarlo Durand Collantes" userId="8eedacbad56d1184" providerId="Windows Live" clId="Web-{0D954E1D-E09F-49EF-02B8-CA19487E0814}" dt="2025-02-01T15:33:05.512" v="3" actId="20577"/>
          <ac:spMkLst>
            <pc:docMk/>
            <pc:sldMk cId="0" sldId="257"/>
            <ac:spMk id="136" creationId="{00000000-0000-0000-0000-000000000000}"/>
          </ac:spMkLst>
        </pc:spChg>
      </pc:sldChg>
    </pc:docChg>
  </pc:docChgLst>
  <pc:docChgLst>
    <pc:chgData name="Eduardo Reyes" userId="68a000ea750f4667" providerId="Windows Live" clId="Web-{6CCFD521-114A-CEBE-D02B-95440C552018}"/>
    <pc:docChg chg="modSld">
      <pc:chgData name="Eduardo Reyes" userId="68a000ea750f4667" providerId="Windows Live" clId="Web-{6CCFD521-114A-CEBE-D02B-95440C552018}" dt="2025-02-20T00:12:19.478" v="6" actId="20577"/>
      <pc:docMkLst>
        <pc:docMk/>
      </pc:docMkLst>
      <pc:sldChg chg="modSp">
        <pc:chgData name="Eduardo Reyes" userId="68a000ea750f4667" providerId="Windows Live" clId="Web-{6CCFD521-114A-CEBE-D02B-95440C552018}" dt="2025-02-20T00:12:19.478" v="6" actId="20577"/>
        <pc:sldMkLst>
          <pc:docMk/>
          <pc:sldMk cId="0" sldId="257"/>
        </pc:sldMkLst>
        <pc:spChg chg="mod">
          <ac:chgData name="Eduardo Reyes" userId="68a000ea750f4667" providerId="Windows Live" clId="Web-{6CCFD521-114A-CEBE-D02B-95440C552018}" dt="2025-02-20T00:12:01.243" v="1" actId="20577"/>
          <ac:spMkLst>
            <pc:docMk/>
            <pc:sldMk cId="0" sldId="257"/>
            <ac:spMk id="135" creationId="{00000000-0000-0000-0000-000000000000}"/>
          </ac:spMkLst>
        </pc:spChg>
        <pc:spChg chg="mod">
          <ac:chgData name="Eduardo Reyes" userId="68a000ea750f4667" providerId="Windows Live" clId="Web-{6CCFD521-114A-CEBE-D02B-95440C552018}" dt="2025-02-20T00:12:19.478" v="6" actId="20577"/>
          <ac:spMkLst>
            <pc:docMk/>
            <pc:sldMk cId="0" sldId="257"/>
            <ac:spMk id="136" creationId="{00000000-0000-0000-0000-000000000000}"/>
          </ac:spMkLst>
        </pc:spChg>
      </pc:sldChg>
    </pc:docChg>
  </pc:docChgLst>
  <pc:docChgLst>
    <pc:chgData name="Rosario Lamas Bustamante" userId="8ce280f3-bc47-4965-9c7d-b9270e91f28b" providerId="ADAL" clId="{8DC54725-C8F1-4C4C-AB3C-41A916FE27E2}"/>
    <pc:docChg chg="undo custSel addSld delSld modSld">
      <pc:chgData name="Rosario Lamas Bustamante" userId="8ce280f3-bc47-4965-9c7d-b9270e91f28b" providerId="ADAL" clId="{8DC54725-C8F1-4C4C-AB3C-41A916FE27E2}" dt="2024-05-30T00:17:02.662" v="431" actId="113"/>
      <pc:docMkLst>
        <pc:docMk/>
      </pc:docMkLst>
      <pc:sldChg chg="delSp modSp mod">
        <pc:chgData name="Rosario Lamas Bustamante" userId="8ce280f3-bc47-4965-9c7d-b9270e91f28b" providerId="ADAL" clId="{8DC54725-C8F1-4C4C-AB3C-41A916FE27E2}" dt="2024-05-29T23:37:46.245" v="69" actId="21"/>
        <pc:sldMkLst>
          <pc:docMk/>
          <pc:sldMk cId="0" sldId="259"/>
        </pc:sldMkLst>
        <pc:spChg chg="del">
          <ac:chgData name="Rosario Lamas Bustamante" userId="8ce280f3-bc47-4965-9c7d-b9270e91f28b" providerId="ADAL" clId="{8DC54725-C8F1-4C4C-AB3C-41A916FE27E2}" dt="2024-05-29T23:36:18.759" v="39" actId="478"/>
          <ac:spMkLst>
            <pc:docMk/>
            <pc:sldMk cId="0" sldId="259"/>
            <ac:spMk id="4" creationId="{F4C2481D-1007-2C4A-F615-F02ABAC00422}"/>
          </ac:spMkLst>
        </pc:spChg>
        <pc:spChg chg="mod">
          <ac:chgData name="Rosario Lamas Bustamante" userId="8ce280f3-bc47-4965-9c7d-b9270e91f28b" providerId="ADAL" clId="{8DC54725-C8F1-4C4C-AB3C-41A916FE27E2}" dt="2024-05-29T23:37:19.741" v="68"/>
          <ac:spMkLst>
            <pc:docMk/>
            <pc:sldMk cId="0" sldId="259"/>
            <ac:spMk id="176" creationId="{00000000-0000-0000-0000-000000000000}"/>
          </ac:spMkLst>
        </pc:spChg>
        <pc:picChg chg="del">
          <ac:chgData name="Rosario Lamas Bustamante" userId="8ce280f3-bc47-4965-9c7d-b9270e91f28b" providerId="ADAL" clId="{8DC54725-C8F1-4C4C-AB3C-41A916FE27E2}" dt="2024-05-29T23:37:46.245" v="69" actId="21"/>
          <ac:picMkLst>
            <pc:docMk/>
            <pc:sldMk cId="0" sldId="259"/>
            <ac:picMk id="1026" creationId="{64C1DE80-388F-6E47-525E-FDDFA3B26867}"/>
          </ac:picMkLst>
        </pc:picChg>
      </pc:sldChg>
      <pc:sldChg chg="addSp delSp modSp mod">
        <pc:chgData name="Rosario Lamas Bustamante" userId="8ce280f3-bc47-4965-9c7d-b9270e91f28b" providerId="ADAL" clId="{8DC54725-C8F1-4C4C-AB3C-41A916FE27E2}" dt="2024-05-30T00:12:27.485" v="362" actId="20577"/>
        <pc:sldMkLst>
          <pc:docMk/>
          <pc:sldMk cId="0" sldId="266"/>
        </pc:sldMkLst>
        <pc:spChg chg="mod">
          <ac:chgData name="Rosario Lamas Bustamante" userId="8ce280f3-bc47-4965-9c7d-b9270e91f28b" providerId="ADAL" clId="{8DC54725-C8F1-4C4C-AB3C-41A916FE27E2}" dt="2024-05-30T00:12:27.485" v="362" actId="20577"/>
          <ac:spMkLst>
            <pc:docMk/>
            <pc:sldMk cId="0" sldId="266"/>
            <ac:spMk id="4" creationId="{6493F7FA-3230-A099-08C5-1CF2A81A8CBD}"/>
          </ac:spMkLst>
        </pc:spChg>
        <pc:spChg chg="add del mod">
          <ac:chgData name="Rosario Lamas Bustamante" userId="8ce280f3-bc47-4965-9c7d-b9270e91f28b" providerId="ADAL" clId="{8DC54725-C8F1-4C4C-AB3C-41A916FE27E2}" dt="2024-05-30T00:11:38.292" v="316" actId="22"/>
          <ac:spMkLst>
            <pc:docMk/>
            <pc:sldMk cId="0" sldId="266"/>
            <ac:spMk id="5" creationId="{F5483A16-6B6C-9087-3DE6-E66FF625A9AE}"/>
          </ac:spMkLst>
        </pc:spChg>
        <pc:spChg chg="add del mod">
          <ac:chgData name="Rosario Lamas Bustamante" userId="8ce280f3-bc47-4965-9c7d-b9270e91f28b" providerId="ADAL" clId="{8DC54725-C8F1-4C4C-AB3C-41A916FE27E2}" dt="2024-05-30T00:11:50.761" v="321" actId="114"/>
          <ac:spMkLst>
            <pc:docMk/>
            <pc:sldMk cId="0" sldId="266"/>
            <ac:spMk id="313" creationId="{00000000-0000-0000-0000-000000000000}"/>
          </ac:spMkLst>
        </pc:spChg>
        <pc:picChg chg="mod">
          <ac:chgData name="Rosario Lamas Bustamante" userId="8ce280f3-bc47-4965-9c7d-b9270e91f28b" providerId="ADAL" clId="{8DC54725-C8F1-4C4C-AB3C-41A916FE27E2}" dt="2024-05-30T00:11:37.506" v="314" actId="14100"/>
          <ac:picMkLst>
            <pc:docMk/>
            <pc:sldMk cId="0" sldId="266"/>
            <ac:picMk id="312" creationId="{00000000-0000-0000-0000-000000000000}"/>
          </ac:picMkLst>
        </pc:picChg>
        <pc:picChg chg="mod">
          <ac:chgData name="Rosario Lamas Bustamante" userId="8ce280f3-bc47-4965-9c7d-b9270e91f28b" providerId="ADAL" clId="{8DC54725-C8F1-4C4C-AB3C-41A916FE27E2}" dt="2024-05-30T00:12:16.582" v="346" actId="1036"/>
          <ac:picMkLst>
            <pc:docMk/>
            <pc:sldMk cId="0" sldId="266"/>
            <ac:picMk id="314" creationId="{00000000-0000-0000-0000-000000000000}"/>
          </ac:picMkLst>
        </pc:picChg>
        <pc:picChg chg="add del mod">
          <ac:chgData name="Rosario Lamas Bustamante" userId="8ce280f3-bc47-4965-9c7d-b9270e91f28b" providerId="ADAL" clId="{8DC54725-C8F1-4C4C-AB3C-41A916FE27E2}" dt="2024-05-30T00:12:16.582" v="346" actId="1036"/>
          <ac:picMkLst>
            <pc:docMk/>
            <pc:sldMk cId="0" sldId="266"/>
            <ac:picMk id="315" creationId="{00000000-0000-0000-0000-000000000000}"/>
          </ac:picMkLst>
        </pc:picChg>
      </pc:sldChg>
      <pc:sldChg chg="addSp modSp">
        <pc:chgData name="Rosario Lamas Bustamante" userId="8ce280f3-bc47-4965-9c7d-b9270e91f28b" providerId="ADAL" clId="{8DC54725-C8F1-4C4C-AB3C-41A916FE27E2}" dt="2024-05-29T23:37:53.011" v="71" actId="1076"/>
        <pc:sldMkLst>
          <pc:docMk/>
          <pc:sldMk cId="4282623644" sldId="269"/>
        </pc:sldMkLst>
        <pc:picChg chg="add mod">
          <ac:chgData name="Rosario Lamas Bustamante" userId="8ce280f3-bc47-4965-9c7d-b9270e91f28b" providerId="ADAL" clId="{8DC54725-C8F1-4C4C-AB3C-41A916FE27E2}" dt="2024-05-29T23:37:53.011" v="71" actId="1076"/>
          <ac:picMkLst>
            <pc:docMk/>
            <pc:sldMk cId="4282623644" sldId="269"/>
            <ac:picMk id="1026" creationId="{64C1DE80-388F-6E47-525E-FDDFA3B26867}"/>
          </ac:picMkLst>
        </pc:picChg>
      </pc:sldChg>
      <pc:sldChg chg="delSp modSp add mod">
        <pc:chgData name="Rosario Lamas Bustamante" userId="8ce280f3-bc47-4965-9c7d-b9270e91f28b" providerId="ADAL" clId="{8DC54725-C8F1-4C4C-AB3C-41A916FE27E2}" dt="2024-05-30T00:16:09.794" v="430" actId="14100"/>
        <pc:sldMkLst>
          <pc:docMk/>
          <pc:sldMk cId="488243103" sldId="270"/>
        </pc:sldMkLst>
        <pc:spChg chg="mod">
          <ac:chgData name="Rosario Lamas Bustamante" userId="8ce280f3-bc47-4965-9c7d-b9270e91f28b" providerId="ADAL" clId="{8DC54725-C8F1-4C4C-AB3C-41A916FE27E2}" dt="2024-05-30T00:16:09.794" v="430" actId="14100"/>
          <ac:spMkLst>
            <pc:docMk/>
            <pc:sldMk cId="488243103" sldId="270"/>
            <ac:spMk id="182" creationId="{00000000-0000-0000-0000-000000000000}"/>
          </ac:spMkLst>
        </pc:spChg>
        <pc:spChg chg="mod">
          <ac:chgData name="Rosario Lamas Bustamante" userId="8ce280f3-bc47-4965-9c7d-b9270e91f28b" providerId="ADAL" clId="{8DC54725-C8F1-4C4C-AB3C-41A916FE27E2}" dt="2024-05-30T00:02:47.922" v="190" actId="14100"/>
          <ac:spMkLst>
            <pc:docMk/>
            <pc:sldMk cId="488243103" sldId="270"/>
            <ac:spMk id="188" creationId="{00000000-0000-0000-0000-000000000000}"/>
          </ac:spMkLst>
        </pc:spChg>
        <pc:spChg chg="mod">
          <ac:chgData name="Rosario Lamas Bustamante" userId="8ce280f3-bc47-4965-9c7d-b9270e91f28b" providerId="ADAL" clId="{8DC54725-C8F1-4C4C-AB3C-41A916FE27E2}" dt="2024-05-30T00:08:51.755" v="271" actId="790"/>
          <ac:spMkLst>
            <pc:docMk/>
            <pc:sldMk cId="488243103" sldId="270"/>
            <ac:spMk id="195" creationId="{00000000-0000-0000-0000-000000000000}"/>
          </ac:spMkLst>
        </pc:spChg>
        <pc:spChg chg="mod">
          <ac:chgData name="Rosario Lamas Bustamante" userId="8ce280f3-bc47-4965-9c7d-b9270e91f28b" providerId="ADAL" clId="{8DC54725-C8F1-4C4C-AB3C-41A916FE27E2}" dt="2024-05-30T00:05:59.627" v="222" actId="20577"/>
          <ac:spMkLst>
            <pc:docMk/>
            <pc:sldMk cId="488243103" sldId="270"/>
            <ac:spMk id="198" creationId="{00000000-0000-0000-0000-000000000000}"/>
          </ac:spMkLst>
        </pc:spChg>
        <pc:spChg chg="mod">
          <ac:chgData name="Rosario Lamas Bustamante" userId="8ce280f3-bc47-4965-9c7d-b9270e91f28b" providerId="ADAL" clId="{8DC54725-C8F1-4C4C-AB3C-41A916FE27E2}" dt="2024-05-30T00:06:35.868" v="267" actId="14100"/>
          <ac:spMkLst>
            <pc:docMk/>
            <pc:sldMk cId="488243103" sldId="270"/>
            <ac:spMk id="203" creationId="{00000000-0000-0000-0000-000000000000}"/>
          </ac:spMkLst>
        </pc:spChg>
        <pc:grpChg chg="del">
          <ac:chgData name="Rosario Lamas Bustamante" userId="8ce280f3-bc47-4965-9c7d-b9270e91f28b" providerId="ADAL" clId="{8DC54725-C8F1-4C4C-AB3C-41A916FE27E2}" dt="2024-05-30T00:03:01.636" v="192" actId="478"/>
          <ac:grpSpMkLst>
            <pc:docMk/>
            <pc:sldMk cId="488243103" sldId="270"/>
            <ac:grpSpMk id="210" creationId="{00000000-0000-0000-0000-000000000000}"/>
          </ac:grpSpMkLst>
        </pc:grpChg>
        <pc:grpChg chg="del">
          <ac:chgData name="Rosario Lamas Bustamante" userId="8ce280f3-bc47-4965-9c7d-b9270e91f28b" providerId="ADAL" clId="{8DC54725-C8F1-4C4C-AB3C-41A916FE27E2}" dt="2024-05-30T00:03:01.636" v="192" actId="478"/>
          <ac:grpSpMkLst>
            <pc:docMk/>
            <pc:sldMk cId="488243103" sldId="270"/>
            <ac:grpSpMk id="213" creationId="{00000000-0000-0000-0000-000000000000}"/>
          </ac:grpSpMkLst>
        </pc:grpChg>
        <pc:grpChg chg="del">
          <ac:chgData name="Rosario Lamas Bustamante" userId="8ce280f3-bc47-4965-9c7d-b9270e91f28b" providerId="ADAL" clId="{8DC54725-C8F1-4C4C-AB3C-41A916FE27E2}" dt="2024-05-30T00:03:01.636" v="192" actId="478"/>
          <ac:grpSpMkLst>
            <pc:docMk/>
            <pc:sldMk cId="488243103" sldId="270"/>
            <ac:grpSpMk id="216" creationId="{00000000-0000-0000-0000-000000000000}"/>
          </ac:grpSpMkLst>
        </pc:grpChg>
        <pc:grpChg chg="del">
          <ac:chgData name="Rosario Lamas Bustamante" userId="8ce280f3-bc47-4965-9c7d-b9270e91f28b" providerId="ADAL" clId="{8DC54725-C8F1-4C4C-AB3C-41A916FE27E2}" dt="2024-05-30T00:03:01.636" v="192" actId="478"/>
          <ac:grpSpMkLst>
            <pc:docMk/>
            <pc:sldMk cId="488243103" sldId="270"/>
            <ac:grpSpMk id="219" creationId="{00000000-0000-0000-0000-000000000000}"/>
          </ac:grpSpMkLst>
        </pc:grpChg>
        <pc:grpChg chg="del">
          <ac:chgData name="Rosario Lamas Bustamante" userId="8ce280f3-bc47-4965-9c7d-b9270e91f28b" providerId="ADAL" clId="{8DC54725-C8F1-4C4C-AB3C-41A916FE27E2}" dt="2024-05-30T00:03:01.636" v="192" actId="478"/>
          <ac:grpSpMkLst>
            <pc:docMk/>
            <pc:sldMk cId="488243103" sldId="270"/>
            <ac:grpSpMk id="222" creationId="{00000000-0000-0000-0000-000000000000}"/>
          </ac:grpSpMkLst>
        </pc:grpChg>
        <pc:picChg chg="del">
          <ac:chgData name="Rosario Lamas Bustamante" userId="8ce280f3-bc47-4965-9c7d-b9270e91f28b" providerId="ADAL" clId="{8DC54725-C8F1-4C4C-AB3C-41A916FE27E2}" dt="2024-05-30T00:01:38.413" v="118" actId="478"/>
          <ac:picMkLst>
            <pc:docMk/>
            <pc:sldMk cId="488243103" sldId="270"/>
            <ac:picMk id="189" creationId="{00000000-0000-0000-0000-000000000000}"/>
          </ac:picMkLst>
        </pc:picChg>
        <pc:picChg chg="del">
          <ac:chgData name="Rosario Lamas Bustamante" userId="8ce280f3-bc47-4965-9c7d-b9270e91f28b" providerId="ADAL" clId="{8DC54725-C8F1-4C4C-AB3C-41A916FE27E2}" dt="2024-05-30T00:06:41.331" v="268" actId="478"/>
          <ac:picMkLst>
            <pc:docMk/>
            <pc:sldMk cId="488243103" sldId="270"/>
            <ac:picMk id="199" creationId="{00000000-0000-0000-0000-000000000000}"/>
          </ac:picMkLst>
        </pc:picChg>
        <pc:picChg chg="del">
          <ac:chgData name="Rosario Lamas Bustamante" userId="8ce280f3-bc47-4965-9c7d-b9270e91f28b" providerId="ADAL" clId="{8DC54725-C8F1-4C4C-AB3C-41A916FE27E2}" dt="2024-05-30T00:06:43.501" v="269" actId="478"/>
          <ac:picMkLst>
            <pc:docMk/>
            <pc:sldMk cId="488243103" sldId="270"/>
            <ac:picMk id="200" creationId="{00000000-0000-0000-0000-000000000000}"/>
          </ac:picMkLst>
        </pc:picChg>
        <pc:picChg chg="del">
          <ac:chgData name="Rosario Lamas Bustamante" userId="8ce280f3-bc47-4965-9c7d-b9270e91f28b" providerId="ADAL" clId="{8DC54725-C8F1-4C4C-AB3C-41A916FE27E2}" dt="2024-05-30T00:05:19.946" v="211" actId="478"/>
          <ac:picMkLst>
            <pc:docMk/>
            <pc:sldMk cId="488243103" sldId="270"/>
            <ac:picMk id="204" creationId="{00000000-0000-0000-0000-000000000000}"/>
          </ac:picMkLst>
        </pc:picChg>
        <pc:picChg chg="del">
          <ac:chgData name="Rosario Lamas Bustamante" userId="8ce280f3-bc47-4965-9c7d-b9270e91f28b" providerId="ADAL" clId="{8DC54725-C8F1-4C4C-AB3C-41A916FE27E2}" dt="2024-05-30T00:06:03.358" v="223" actId="478"/>
          <ac:picMkLst>
            <pc:docMk/>
            <pc:sldMk cId="488243103" sldId="270"/>
            <ac:picMk id="205" creationId="{00000000-0000-0000-0000-000000000000}"/>
          </ac:picMkLst>
        </pc:picChg>
        <pc:picChg chg="del">
          <ac:chgData name="Rosario Lamas Bustamante" userId="8ce280f3-bc47-4965-9c7d-b9270e91f28b" providerId="ADAL" clId="{8DC54725-C8F1-4C4C-AB3C-41A916FE27E2}" dt="2024-05-30T00:02:56.952" v="191" actId="478"/>
          <ac:picMkLst>
            <pc:docMk/>
            <pc:sldMk cId="488243103" sldId="270"/>
            <ac:picMk id="206" creationId="{00000000-0000-0000-0000-000000000000}"/>
          </ac:picMkLst>
        </pc:picChg>
      </pc:sldChg>
      <pc:sldChg chg="delSp modSp add mod">
        <pc:chgData name="Rosario Lamas Bustamante" userId="8ce280f3-bc47-4965-9c7d-b9270e91f28b" providerId="ADAL" clId="{8DC54725-C8F1-4C4C-AB3C-41A916FE27E2}" dt="2024-05-30T00:17:02.662" v="431" actId="113"/>
        <pc:sldMkLst>
          <pc:docMk/>
          <pc:sldMk cId="507329771" sldId="271"/>
        </pc:sldMkLst>
        <pc:spChg chg="mod">
          <ac:chgData name="Rosario Lamas Bustamante" userId="8ce280f3-bc47-4965-9c7d-b9270e91f28b" providerId="ADAL" clId="{8DC54725-C8F1-4C4C-AB3C-41A916FE27E2}" dt="2024-05-30T00:12:40.626" v="374" actId="20577"/>
          <ac:spMkLst>
            <pc:docMk/>
            <pc:sldMk cId="507329771" sldId="271"/>
            <ac:spMk id="4" creationId="{6493F7FA-3230-A099-08C5-1CF2A81A8CBD}"/>
          </ac:spMkLst>
        </pc:spChg>
        <pc:spChg chg="mod">
          <ac:chgData name="Rosario Lamas Bustamante" userId="8ce280f3-bc47-4965-9c7d-b9270e91f28b" providerId="ADAL" clId="{8DC54725-C8F1-4C4C-AB3C-41A916FE27E2}" dt="2024-05-30T00:17:02.662" v="431" actId="113"/>
          <ac:spMkLst>
            <pc:docMk/>
            <pc:sldMk cId="507329771" sldId="271"/>
            <ac:spMk id="313" creationId="{00000000-0000-0000-0000-000000000000}"/>
          </ac:spMkLst>
        </pc:spChg>
        <pc:picChg chg="mod">
          <ac:chgData name="Rosario Lamas Bustamante" userId="8ce280f3-bc47-4965-9c7d-b9270e91f28b" providerId="ADAL" clId="{8DC54725-C8F1-4C4C-AB3C-41A916FE27E2}" dt="2024-05-30T00:14:23.331" v="428" actId="1076"/>
          <ac:picMkLst>
            <pc:docMk/>
            <pc:sldMk cId="507329771" sldId="271"/>
            <ac:picMk id="314" creationId="{00000000-0000-0000-0000-000000000000}"/>
          </ac:picMkLst>
        </pc:picChg>
        <pc:picChg chg="del">
          <ac:chgData name="Rosario Lamas Bustamante" userId="8ce280f3-bc47-4965-9c7d-b9270e91f28b" providerId="ADAL" clId="{8DC54725-C8F1-4C4C-AB3C-41A916FE27E2}" dt="2024-05-30T00:14:19.072" v="427" actId="478"/>
          <ac:picMkLst>
            <pc:docMk/>
            <pc:sldMk cId="507329771" sldId="271"/>
            <ac:picMk id="315" creationId="{00000000-0000-0000-0000-000000000000}"/>
          </ac:picMkLst>
        </pc:picChg>
      </pc:sldChg>
      <pc:sldChg chg="add del">
        <pc:chgData name="Rosario Lamas Bustamante" userId="8ce280f3-bc47-4965-9c7d-b9270e91f28b" providerId="ADAL" clId="{8DC54725-C8F1-4C4C-AB3C-41A916FE27E2}" dt="2024-05-30T00:12:33.336" v="363" actId="47"/>
        <pc:sldMkLst>
          <pc:docMk/>
          <pc:sldMk cId="981528102" sldId="271"/>
        </pc:sldMkLst>
      </pc:sldChg>
    </pc:docChg>
  </pc:docChgLst>
  <pc:docChgLst>
    <pc:chgData name="Luis Gavidia" userId="fa34cc7995901344" providerId="Windows Live" clId="Web-{3EB0AB42-F131-4A50-94A7-5790E4088D6B}"/>
    <pc:docChg chg="modSld">
      <pc:chgData name="Luis Gavidia" userId="fa34cc7995901344" providerId="Windows Live" clId="Web-{3EB0AB42-F131-4A50-94A7-5790E4088D6B}" dt="2024-09-29T14:24:46.940" v="0" actId="1076"/>
      <pc:docMkLst>
        <pc:docMk/>
      </pc:docMkLst>
      <pc:sldChg chg="modSp">
        <pc:chgData name="Luis Gavidia" userId="fa34cc7995901344" providerId="Windows Live" clId="Web-{3EB0AB42-F131-4A50-94A7-5790E4088D6B}" dt="2024-09-29T14:24:46.940" v="0" actId="1076"/>
        <pc:sldMkLst>
          <pc:docMk/>
          <pc:sldMk cId="0" sldId="265"/>
        </pc:sldMkLst>
        <pc:picChg chg="mod">
          <ac:chgData name="Luis Gavidia" userId="fa34cc7995901344" providerId="Windows Live" clId="Web-{3EB0AB42-F131-4A50-94A7-5790E4088D6B}" dt="2024-09-29T14:24:46.940" v="0" actId="1076"/>
          <ac:picMkLst>
            <pc:docMk/>
            <pc:sldMk cId="0" sldId="265"/>
            <ac:picMk id="5" creationId="{848CE102-44A7-8AA8-3B15-9D2FFAC90687}"/>
          </ac:picMkLst>
        </pc:picChg>
      </pc:sldChg>
    </pc:docChg>
  </pc:docChgLst>
  <pc:docChgLst>
    <pc:chgData name="Eduardo Reyes" userId="68a000ea750f4667" providerId="Windows Live" clId="Web-{ED4B8AAD-73B7-371E-099E-87393E870712}"/>
    <pc:docChg chg="modSld">
      <pc:chgData name="Eduardo Reyes" userId="68a000ea750f4667" providerId="Windows Live" clId="Web-{ED4B8AAD-73B7-371E-099E-87393E870712}" dt="2025-02-19T05:16:17.215" v="3" actId="20577"/>
      <pc:docMkLst>
        <pc:docMk/>
      </pc:docMkLst>
      <pc:sldChg chg="modSp">
        <pc:chgData name="Eduardo Reyes" userId="68a000ea750f4667" providerId="Windows Live" clId="Web-{ED4B8AAD-73B7-371E-099E-87393E870712}" dt="2025-02-19T05:16:17.215" v="3" actId="20577"/>
        <pc:sldMkLst>
          <pc:docMk/>
          <pc:sldMk cId="0" sldId="257"/>
        </pc:sldMkLst>
        <pc:spChg chg="mod">
          <ac:chgData name="Eduardo Reyes" userId="68a000ea750f4667" providerId="Windows Live" clId="Web-{ED4B8AAD-73B7-371E-099E-87393E870712}" dt="2025-02-19T05:16:08.168" v="1" actId="20577"/>
          <ac:spMkLst>
            <pc:docMk/>
            <pc:sldMk cId="0" sldId="257"/>
            <ac:spMk id="135" creationId="{00000000-0000-0000-0000-000000000000}"/>
          </ac:spMkLst>
        </pc:spChg>
        <pc:spChg chg="mod">
          <ac:chgData name="Eduardo Reyes" userId="68a000ea750f4667" providerId="Windows Live" clId="Web-{ED4B8AAD-73B7-371E-099E-87393E870712}" dt="2025-02-19T05:16:17.215" v="3" actId="20577"/>
          <ac:spMkLst>
            <pc:docMk/>
            <pc:sldMk cId="0" sldId="257"/>
            <ac:spMk id="136" creationId="{00000000-0000-0000-0000-000000000000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Shape 127"/>
          <p:cNvSpPr>
            <a:spLocks noGrp="1" noRot="1" noChangeAspect="1"/>
          </p:cNvSpPr>
          <p:nvPr>
            <p:ph type="sldImg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128" name="Shape 128"/>
          <p:cNvSpPr>
            <a:spLocks noGrp="1"/>
          </p:cNvSpPr>
          <p:nvPr>
            <p:ph type="body" sz="quarter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/>
          <a:lstStyle/>
          <a:p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latinLnBrk="0">
      <a:spcBef>
        <a:spcPts val="800"/>
      </a:spcBef>
      <a:defRPr sz="2400">
        <a:latin typeface="+mn-lt"/>
        <a:ea typeface="+mn-ea"/>
        <a:cs typeface="+mn-cs"/>
        <a:sym typeface="Arial"/>
      </a:defRPr>
    </a:lvl1pPr>
    <a:lvl2pPr indent="228600" latinLnBrk="0">
      <a:spcBef>
        <a:spcPts val="800"/>
      </a:spcBef>
      <a:defRPr sz="2400">
        <a:latin typeface="+mn-lt"/>
        <a:ea typeface="+mn-ea"/>
        <a:cs typeface="+mn-cs"/>
        <a:sym typeface="Arial"/>
      </a:defRPr>
    </a:lvl2pPr>
    <a:lvl3pPr indent="457200" latinLnBrk="0">
      <a:spcBef>
        <a:spcPts val="800"/>
      </a:spcBef>
      <a:defRPr sz="2400">
        <a:latin typeface="+mn-lt"/>
        <a:ea typeface="+mn-ea"/>
        <a:cs typeface="+mn-cs"/>
        <a:sym typeface="Arial"/>
      </a:defRPr>
    </a:lvl3pPr>
    <a:lvl4pPr indent="685800" latinLnBrk="0">
      <a:spcBef>
        <a:spcPts val="800"/>
      </a:spcBef>
      <a:defRPr sz="2400">
        <a:latin typeface="+mn-lt"/>
        <a:ea typeface="+mn-ea"/>
        <a:cs typeface="+mn-cs"/>
        <a:sym typeface="Arial"/>
      </a:defRPr>
    </a:lvl4pPr>
    <a:lvl5pPr indent="914400" latinLnBrk="0">
      <a:spcBef>
        <a:spcPts val="800"/>
      </a:spcBef>
      <a:defRPr sz="2400">
        <a:latin typeface="+mn-lt"/>
        <a:ea typeface="+mn-ea"/>
        <a:cs typeface="+mn-cs"/>
        <a:sym typeface="Arial"/>
      </a:defRPr>
    </a:lvl5pPr>
    <a:lvl6pPr indent="1143000" latinLnBrk="0">
      <a:spcBef>
        <a:spcPts val="800"/>
      </a:spcBef>
      <a:defRPr sz="2400">
        <a:latin typeface="+mn-lt"/>
        <a:ea typeface="+mn-ea"/>
        <a:cs typeface="+mn-cs"/>
        <a:sym typeface="Arial"/>
      </a:defRPr>
    </a:lvl6pPr>
    <a:lvl7pPr indent="1371600" latinLnBrk="0">
      <a:spcBef>
        <a:spcPts val="800"/>
      </a:spcBef>
      <a:defRPr sz="2400">
        <a:latin typeface="+mn-lt"/>
        <a:ea typeface="+mn-ea"/>
        <a:cs typeface="+mn-cs"/>
        <a:sym typeface="Arial"/>
      </a:defRPr>
    </a:lvl7pPr>
    <a:lvl8pPr indent="1600200" latinLnBrk="0">
      <a:spcBef>
        <a:spcPts val="800"/>
      </a:spcBef>
      <a:defRPr sz="2400">
        <a:latin typeface="+mn-lt"/>
        <a:ea typeface="+mn-ea"/>
        <a:cs typeface="+mn-cs"/>
        <a:sym typeface="Arial"/>
      </a:defRPr>
    </a:lvl8pPr>
    <a:lvl9pPr indent="1828800" latinLnBrk="0">
      <a:spcBef>
        <a:spcPts val="800"/>
      </a:spcBef>
      <a:defRPr sz="2400">
        <a:latin typeface="+mn-lt"/>
        <a:ea typeface="+mn-ea"/>
        <a:cs typeface="+mn-cs"/>
        <a:sym typeface="Arial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Slide_Copyright"/>
          <p:cNvSpPr txBox="1"/>
          <p:nvPr/>
        </p:nvSpPr>
        <p:spPr>
          <a:xfrm>
            <a:off x="8328461" y="13085790"/>
            <a:ext cx="7714376" cy="46666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="http://schemas.openxmlformats.org/officeDocument/2006/math" xmlns:a14="http://schemas.microsoft.com/office/drawing/2010/main" xmlns:ma14="http://schemas.microsoft.com/office/mac/drawingml/2011/main" xmlns="" val="1"/>
            </a:ext>
          </a:extLst>
        </p:spPr>
        <p:txBody>
          <a:bodyPr wrap="none" lIns="91438" tIns="91438" rIns="91438" bIns="91438" anchor="ctr">
            <a:spAutoFit/>
          </a:bodyPr>
          <a:lstStyle>
            <a:lvl1pPr algn="ctr">
              <a:defRPr sz="2000" i="1">
                <a:solidFill>
                  <a:srgbClr val="7F7F7F"/>
                </a:solidFill>
                <a:latin typeface="+mn-lt"/>
                <a:ea typeface="+mn-ea"/>
                <a:cs typeface="+mn-cs"/>
                <a:sym typeface="Arial"/>
              </a:defRPr>
            </a:lvl1pPr>
          </a:lstStyle>
          <a:p>
            <a:r>
              <a:t>Copyright © Todos los Derechos Reservados - Cibertec Perú SAC.</a:t>
            </a:r>
          </a:p>
        </p:txBody>
      </p:sp>
      <p:pic>
        <p:nvPicPr>
          <p:cNvPr id="14" name="Imagen 1" descr="Imagen 1"/>
          <p:cNvPicPr>
            <a:picLocks noChangeAspect="1"/>
          </p:cNvPicPr>
          <p:nvPr/>
        </p:nvPicPr>
        <p:blipFill>
          <a:blip r:embed="rId2"/>
          <a:srcRect l="25999" t="4480" r="7999"/>
          <a:stretch>
            <a:fillRect/>
          </a:stretch>
        </p:blipFill>
        <p:spPr>
          <a:xfrm>
            <a:off x="16544926" y="13061950"/>
            <a:ext cx="4114802" cy="441327"/>
          </a:xfrm>
          <a:prstGeom prst="rect">
            <a:avLst/>
          </a:prstGeom>
          <a:ln w="12700">
            <a:miter lim="400000"/>
          </a:ln>
        </p:spPr>
      </p:pic>
      <p:sp>
        <p:nvSpPr>
          <p:cNvPr id="15" name="Texto del título"/>
          <p:cNvSpPr txBox="1">
            <a:spLocks noGrp="1"/>
          </p:cNvSpPr>
          <p:nvPr>
            <p:ph type="title"/>
          </p:nvPr>
        </p:nvSpPr>
        <p:spPr>
          <a:xfrm>
            <a:off x="4419600" y="4260850"/>
            <a:ext cx="15544800" cy="2940050"/>
          </a:xfrm>
          <a:prstGeom prst="rect">
            <a:avLst/>
          </a:prstGeom>
        </p:spPr>
        <p:txBody>
          <a:bodyPr/>
          <a:lstStyle/>
          <a:p>
            <a:r>
              <a:t>Texto del título</a:t>
            </a:r>
          </a:p>
        </p:txBody>
      </p:sp>
      <p:sp>
        <p:nvSpPr>
          <p:cNvPr id="16" name="Nivel de texto 1…"/>
          <p:cNvSpPr txBox="1">
            <a:spLocks noGrp="1"/>
          </p:cNvSpPr>
          <p:nvPr>
            <p:ph type="body" sz="quarter" idx="1"/>
          </p:nvPr>
        </p:nvSpPr>
        <p:spPr>
          <a:xfrm>
            <a:off x="5791200" y="7772400"/>
            <a:ext cx="12801600" cy="3505200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 algn="ctr">
              <a:buSzTx/>
              <a:buFontTx/>
              <a:buNone/>
            </a:lvl1pPr>
            <a:lvl2pPr marL="0" indent="0" algn="ctr">
              <a:buSzTx/>
              <a:buFontTx/>
              <a:buNone/>
            </a:lvl2pPr>
            <a:lvl3pPr marL="0" indent="0" algn="ctr">
              <a:buSzTx/>
              <a:buFontTx/>
              <a:buNone/>
            </a:lvl3pPr>
            <a:lvl4pPr marL="0" indent="0" algn="ctr">
              <a:buSzTx/>
              <a:buFontTx/>
              <a:buNone/>
            </a:lvl4pPr>
            <a:lvl5pPr marL="0" indent="0" algn="ctr">
              <a:buSzTx/>
              <a:buFontTx/>
              <a:buNone/>
            </a:lvl5pPr>
          </a:lstStyle>
          <a:p>
            <a:r>
              <a:t>Nivel de texto 1</a:t>
            </a:r>
          </a:p>
          <a:p>
            <a:pPr lvl="1"/>
            <a:r>
              <a:t>Nivel de texto 2</a:t>
            </a:r>
          </a:p>
          <a:p>
            <a:pPr lvl="2"/>
            <a:r>
              <a:t>Nivel de texto 3</a:t>
            </a:r>
          </a:p>
          <a:p>
            <a:pPr lvl="3"/>
            <a:r>
              <a:t>Nivel de texto 4</a:t>
            </a:r>
          </a:p>
          <a:p>
            <a:pPr lvl="4"/>
            <a:r>
              <a:t>Nivel de texto 5</a:t>
            </a:r>
          </a:p>
        </p:txBody>
      </p:sp>
      <p:sp>
        <p:nvSpPr>
          <p:cNvPr id="17" name="Número de diapositiva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x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Slide_Copyright"/>
          <p:cNvSpPr txBox="1"/>
          <p:nvPr/>
        </p:nvSpPr>
        <p:spPr>
          <a:xfrm>
            <a:off x="8328461" y="13085790"/>
            <a:ext cx="7714376" cy="46666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="http://schemas.openxmlformats.org/officeDocument/2006/math" xmlns:a14="http://schemas.microsoft.com/office/drawing/2010/main" xmlns:ma14="http://schemas.microsoft.com/office/mac/drawingml/2011/main" xmlns="" val="1"/>
            </a:ext>
          </a:extLst>
        </p:spPr>
        <p:txBody>
          <a:bodyPr wrap="none" lIns="91438" tIns="91438" rIns="91438" bIns="91438" anchor="ctr">
            <a:spAutoFit/>
          </a:bodyPr>
          <a:lstStyle>
            <a:lvl1pPr algn="ctr">
              <a:defRPr sz="2000" i="1">
                <a:solidFill>
                  <a:srgbClr val="7F7F7F"/>
                </a:solidFill>
                <a:latin typeface="+mn-lt"/>
                <a:ea typeface="+mn-ea"/>
                <a:cs typeface="+mn-cs"/>
                <a:sym typeface="Arial"/>
              </a:defRPr>
            </a:lvl1pPr>
          </a:lstStyle>
          <a:p>
            <a:r>
              <a:t>Copyright © Todos los Derechos Reservados - Cibertec Perú SAC.</a:t>
            </a:r>
          </a:p>
        </p:txBody>
      </p:sp>
      <p:pic>
        <p:nvPicPr>
          <p:cNvPr id="25" name="Imagen 1" descr="Imagen 1"/>
          <p:cNvPicPr>
            <a:picLocks noChangeAspect="1"/>
          </p:cNvPicPr>
          <p:nvPr/>
        </p:nvPicPr>
        <p:blipFill>
          <a:blip r:embed="rId2"/>
          <a:srcRect l="25999" t="4480" r="7999"/>
          <a:stretch>
            <a:fillRect/>
          </a:stretch>
        </p:blipFill>
        <p:spPr>
          <a:xfrm>
            <a:off x="16544926" y="13061950"/>
            <a:ext cx="4114802" cy="441327"/>
          </a:xfrm>
          <a:prstGeom prst="rect">
            <a:avLst/>
          </a:prstGeom>
          <a:ln w="12700">
            <a:miter lim="400000"/>
          </a:ln>
        </p:spPr>
      </p:pic>
      <p:sp>
        <p:nvSpPr>
          <p:cNvPr id="26" name="Texto del título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r>
              <a:t>Texto del título</a:t>
            </a:r>
          </a:p>
        </p:txBody>
      </p:sp>
      <p:sp>
        <p:nvSpPr>
          <p:cNvPr id="27" name="Nivel de texto 1…"/>
          <p:cNvSpPr txBox="1">
            <a:spLocks noGrp="1"/>
          </p:cNvSpPr>
          <p:nvPr>
            <p:ph type="body" sz="quarter" idx="1"/>
          </p:nvPr>
        </p:nvSpPr>
        <p:spPr>
          <a:xfrm>
            <a:off x="4267200" y="2895600"/>
            <a:ext cx="15836900" cy="3502027"/>
          </a:xfrm>
          <a:prstGeom prst="rect">
            <a:avLst/>
          </a:prstGeom>
        </p:spPr>
        <p:txBody>
          <a:bodyPr>
            <a:normAutofit/>
          </a:bodyPr>
          <a:lstStyle/>
          <a:p>
            <a:r>
              <a:t>Nivel de texto 1</a:t>
            </a:r>
          </a:p>
          <a:p>
            <a:pPr lvl="1"/>
            <a:r>
              <a:t>Nivel de texto 2</a:t>
            </a:r>
          </a:p>
          <a:p>
            <a:pPr lvl="2"/>
            <a:r>
              <a:t>Nivel de texto 3</a:t>
            </a:r>
          </a:p>
          <a:p>
            <a:pPr lvl="3"/>
            <a:r>
              <a:t>Nivel de texto 4</a:t>
            </a:r>
          </a:p>
          <a:p>
            <a:pPr lvl="4"/>
            <a:r>
              <a:t>Nivel de texto 5</a:t>
            </a:r>
          </a:p>
        </p:txBody>
      </p:sp>
      <p:sp>
        <p:nvSpPr>
          <p:cNvPr id="28" name="Número de diapositiva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x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Slide_Copyright"/>
          <p:cNvSpPr txBox="1"/>
          <p:nvPr/>
        </p:nvSpPr>
        <p:spPr>
          <a:xfrm>
            <a:off x="8328461" y="13085790"/>
            <a:ext cx="7714376" cy="46666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="http://schemas.openxmlformats.org/officeDocument/2006/math" xmlns:a14="http://schemas.microsoft.com/office/drawing/2010/main" xmlns:ma14="http://schemas.microsoft.com/office/mac/drawingml/2011/main" xmlns="" val="1"/>
            </a:ext>
          </a:extLst>
        </p:spPr>
        <p:txBody>
          <a:bodyPr wrap="none" lIns="91438" tIns="91438" rIns="91438" bIns="91438" anchor="ctr">
            <a:spAutoFit/>
          </a:bodyPr>
          <a:lstStyle>
            <a:lvl1pPr algn="ctr">
              <a:defRPr sz="2000" i="1">
                <a:solidFill>
                  <a:srgbClr val="7F7F7F"/>
                </a:solidFill>
                <a:latin typeface="+mn-lt"/>
                <a:ea typeface="+mn-ea"/>
                <a:cs typeface="+mn-cs"/>
                <a:sym typeface="Arial"/>
              </a:defRPr>
            </a:lvl1pPr>
          </a:lstStyle>
          <a:p>
            <a:r>
              <a:t>Copyright © Todos los Derechos Reservados - Cibertec Perú SAC.</a:t>
            </a:r>
          </a:p>
        </p:txBody>
      </p:sp>
      <p:pic>
        <p:nvPicPr>
          <p:cNvPr id="36" name="Imagen 1" descr="Imagen 1"/>
          <p:cNvPicPr>
            <a:picLocks noChangeAspect="1"/>
          </p:cNvPicPr>
          <p:nvPr/>
        </p:nvPicPr>
        <p:blipFill>
          <a:blip r:embed="rId2"/>
          <a:srcRect l="25999" t="4480" r="7999"/>
          <a:stretch>
            <a:fillRect/>
          </a:stretch>
        </p:blipFill>
        <p:spPr>
          <a:xfrm>
            <a:off x="16544926" y="13061950"/>
            <a:ext cx="4114802" cy="441327"/>
          </a:xfrm>
          <a:prstGeom prst="rect">
            <a:avLst/>
          </a:prstGeom>
          <a:ln w="12700">
            <a:miter lim="400000"/>
          </a:ln>
        </p:spPr>
      </p:pic>
      <p:sp>
        <p:nvSpPr>
          <p:cNvPr id="37" name="Texto del título"/>
          <p:cNvSpPr txBox="1">
            <a:spLocks noGrp="1"/>
          </p:cNvSpPr>
          <p:nvPr>
            <p:ph type="title"/>
          </p:nvPr>
        </p:nvSpPr>
        <p:spPr>
          <a:xfrm>
            <a:off x="4492625" y="8813800"/>
            <a:ext cx="15544802" cy="2724150"/>
          </a:xfrm>
          <a:prstGeom prst="rect">
            <a:avLst/>
          </a:prstGeom>
        </p:spPr>
        <p:txBody>
          <a:bodyPr/>
          <a:lstStyle>
            <a:lvl1pPr algn="l">
              <a:spcBef>
                <a:spcPts val="1900"/>
              </a:spcBef>
              <a:defRPr sz="8000" cap="all"/>
            </a:lvl1pPr>
          </a:lstStyle>
          <a:p>
            <a:r>
              <a:t>Texto del título</a:t>
            </a:r>
          </a:p>
        </p:txBody>
      </p:sp>
      <p:sp>
        <p:nvSpPr>
          <p:cNvPr id="38" name="Nivel de texto 1…"/>
          <p:cNvSpPr txBox="1">
            <a:spLocks noGrp="1"/>
          </p:cNvSpPr>
          <p:nvPr>
            <p:ph type="body" sz="quarter" idx="1"/>
          </p:nvPr>
        </p:nvSpPr>
        <p:spPr>
          <a:xfrm>
            <a:off x="4492625" y="5813426"/>
            <a:ext cx="15544802" cy="3000376"/>
          </a:xfrm>
          <a:prstGeom prst="rect">
            <a:avLst/>
          </a:prstGeom>
        </p:spPr>
        <p:txBody>
          <a:bodyPr anchor="b">
            <a:normAutofit/>
          </a:bodyPr>
          <a:lstStyle>
            <a:lvl1pPr marL="0" indent="0">
              <a:spcBef>
                <a:spcPts val="900"/>
              </a:spcBef>
              <a:buSzTx/>
              <a:buFontTx/>
              <a:buNone/>
              <a:defRPr sz="4000"/>
            </a:lvl1pPr>
            <a:lvl2pPr marL="0" indent="0">
              <a:spcBef>
                <a:spcPts val="900"/>
              </a:spcBef>
              <a:buSzTx/>
              <a:buFontTx/>
              <a:buNone/>
              <a:defRPr sz="4000"/>
            </a:lvl2pPr>
            <a:lvl3pPr marL="0" indent="0">
              <a:spcBef>
                <a:spcPts val="900"/>
              </a:spcBef>
              <a:buSzTx/>
              <a:buFontTx/>
              <a:buNone/>
              <a:defRPr sz="4000"/>
            </a:lvl3pPr>
            <a:lvl4pPr marL="0" indent="0">
              <a:spcBef>
                <a:spcPts val="900"/>
              </a:spcBef>
              <a:buSzTx/>
              <a:buFontTx/>
              <a:buNone/>
              <a:defRPr sz="4000"/>
            </a:lvl4pPr>
            <a:lvl5pPr marL="0" indent="0">
              <a:spcBef>
                <a:spcPts val="900"/>
              </a:spcBef>
              <a:buSzTx/>
              <a:buFontTx/>
              <a:buNone/>
              <a:defRPr sz="4000"/>
            </a:lvl5pPr>
          </a:lstStyle>
          <a:p>
            <a:r>
              <a:t>Nivel de texto 1</a:t>
            </a:r>
          </a:p>
          <a:p>
            <a:pPr lvl="1"/>
            <a:r>
              <a:t>Nivel de texto 2</a:t>
            </a:r>
          </a:p>
          <a:p>
            <a:pPr lvl="2"/>
            <a:r>
              <a:t>Nivel de texto 3</a:t>
            </a:r>
          </a:p>
          <a:p>
            <a:pPr lvl="3"/>
            <a:r>
              <a:t>Nivel de texto 4</a:t>
            </a:r>
          </a:p>
          <a:p>
            <a:pPr lvl="4"/>
            <a:r>
              <a:t>Nivel de texto 5</a:t>
            </a:r>
          </a:p>
        </p:txBody>
      </p:sp>
      <p:sp>
        <p:nvSpPr>
          <p:cNvPr id="39" name="Número de diapositiva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x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Slide_Copyright"/>
          <p:cNvSpPr txBox="1"/>
          <p:nvPr/>
        </p:nvSpPr>
        <p:spPr>
          <a:xfrm>
            <a:off x="8328461" y="13085790"/>
            <a:ext cx="7714376" cy="46666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="http://schemas.openxmlformats.org/officeDocument/2006/math" xmlns:a14="http://schemas.microsoft.com/office/drawing/2010/main" xmlns:ma14="http://schemas.microsoft.com/office/mac/drawingml/2011/main" xmlns="" val="1"/>
            </a:ext>
          </a:extLst>
        </p:spPr>
        <p:txBody>
          <a:bodyPr wrap="none" lIns="91438" tIns="91438" rIns="91438" bIns="91438" anchor="ctr">
            <a:spAutoFit/>
          </a:bodyPr>
          <a:lstStyle>
            <a:lvl1pPr algn="ctr">
              <a:defRPr sz="2000" i="1">
                <a:solidFill>
                  <a:srgbClr val="7F7F7F"/>
                </a:solidFill>
                <a:latin typeface="+mn-lt"/>
                <a:ea typeface="+mn-ea"/>
                <a:cs typeface="+mn-cs"/>
                <a:sym typeface="Arial"/>
              </a:defRPr>
            </a:lvl1pPr>
          </a:lstStyle>
          <a:p>
            <a:r>
              <a:t>Copyright © Todos los Derechos Reservados - Cibertec Perú SAC.</a:t>
            </a:r>
          </a:p>
        </p:txBody>
      </p:sp>
      <p:pic>
        <p:nvPicPr>
          <p:cNvPr id="47" name="Imagen 1" descr="Imagen 1"/>
          <p:cNvPicPr>
            <a:picLocks noChangeAspect="1"/>
          </p:cNvPicPr>
          <p:nvPr/>
        </p:nvPicPr>
        <p:blipFill>
          <a:blip r:embed="rId2"/>
          <a:srcRect l="25999" t="4480" r="7999"/>
          <a:stretch>
            <a:fillRect/>
          </a:stretch>
        </p:blipFill>
        <p:spPr>
          <a:xfrm>
            <a:off x="16544926" y="13061950"/>
            <a:ext cx="4114802" cy="441327"/>
          </a:xfrm>
          <a:prstGeom prst="rect">
            <a:avLst/>
          </a:prstGeom>
          <a:ln w="12700">
            <a:miter lim="400000"/>
          </a:ln>
        </p:spPr>
      </p:pic>
      <p:sp>
        <p:nvSpPr>
          <p:cNvPr id="48" name="Texto del título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r>
              <a:t>Texto del título</a:t>
            </a:r>
          </a:p>
        </p:txBody>
      </p:sp>
      <p:sp>
        <p:nvSpPr>
          <p:cNvPr id="49" name="Nivel de texto 1…"/>
          <p:cNvSpPr txBox="1">
            <a:spLocks noGrp="1"/>
          </p:cNvSpPr>
          <p:nvPr>
            <p:ph type="body" sz="quarter" idx="1"/>
          </p:nvPr>
        </p:nvSpPr>
        <p:spPr>
          <a:xfrm>
            <a:off x="4267200" y="2895600"/>
            <a:ext cx="7766050" cy="3502027"/>
          </a:xfrm>
          <a:prstGeom prst="rect">
            <a:avLst/>
          </a:prstGeom>
        </p:spPr>
        <p:txBody>
          <a:bodyPr>
            <a:normAutofit/>
          </a:bodyPr>
          <a:lstStyle>
            <a:lvl1pPr>
              <a:spcBef>
                <a:spcPts val="1300"/>
              </a:spcBef>
              <a:defRPr sz="5600"/>
            </a:lvl1pPr>
            <a:lvl2pPr marL="1188507" indent="-1074207">
              <a:spcBef>
                <a:spcPts val="1300"/>
              </a:spcBef>
              <a:defRPr sz="5600"/>
            </a:lvl2pPr>
            <a:lvl3pPr marL="1617980" indent="-929005">
              <a:spcBef>
                <a:spcPts val="1300"/>
              </a:spcBef>
              <a:defRPr sz="5600"/>
            </a:lvl3pPr>
            <a:lvl4pPr marL="1852790" indent="-716140">
              <a:spcBef>
                <a:spcPts val="1300"/>
              </a:spcBef>
              <a:defRPr sz="5600"/>
            </a:lvl4pPr>
            <a:lvl5pPr marL="2197276" indent="-716140">
              <a:spcBef>
                <a:spcPts val="1300"/>
              </a:spcBef>
              <a:defRPr sz="5600"/>
            </a:lvl5pPr>
          </a:lstStyle>
          <a:p>
            <a:r>
              <a:t>Nivel de texto 1</a:t>
            </a:r>
          </a:p>
          <a:p>
            <a:pPr lvl="1"/>
            <a:r>
              <a:t>Nivel de texto 2</a:t>
            </a:r>
          </a:p>
          <a:p>
            <a:pPr lvl="2"/>
            <a:r>
              <a:t>Nivel de texto 3</a:t>
            </a:r>
          </a:p>
          <a:p>
            <a:pPr lvl="3"/>
            <a:r>
              <a:t>Nivel de texto 4</a:t>
            </a:r>
          </a:p>
          <a:p>
            <a:pPr lvl="4"/>
            <a:r>
              <a:t>Nivel de texto 5</a:t>
            </a:r>
          </a:p>
        </p:txBody>
      </p:sp>
      <p:sp>
        <p:nvSpPr>
          <p:cNvPr id="50" name="Número de diapositiva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x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Slide_Copyright"/>
          <p:cNvSpPr txBox="1"/>
          <p:nvPr/>
        </p:nvSpPr>
        <p:spPr>
          <a:xfrm>
            <a:off x="8328461" y="13085790"/>
            <a:ext cx="7714376" cy="46666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="http://schemas.openxmlformats.org/officeDocument/2006/math" xmlns:a14="http://schemas.microsoft.com/office/drawing/2010/main" xmlns:ma14="http://schemas.microsoft.com/office/mac/drawingml/2011/main" xmlns="" val="1"/>
            </a:ext>
          </a:extLst>
        </p:spPr>
        <p:txBody>
          <a:bodyPr wrap="none" lIns="91438" tIns="91438" rIns="91438" bIns="91438" anchor="ctr">
            <a:spAutoFit/>
          </a:bodyPr>
          <a:lstStyle>
            <a:lvl1pPr algn="ctr">
              <a:defRPr sz="2000" i="1">
                <a:solidFill>
                  <a:srgbClr val="7F7F7F"/>
                </a:solidFill>
                <a:latin typeface="+mn-lt"/>
                <a:ea typeface="+mn-ea"/>
                <a:cs typeface="+mn-cs"/>
                <a:sym typeface="Arial"/>
              </a:defRPr>
            </a:lvl1pPr>
          </a:lstStyle>
          <a:p>
            <a:r>
              <a:t>Copyright © Todos los Derechos Reservados - Cibertec Perú SAC.</a:t>
            </a:r>
          </a:p>
        </p:txBody>
      </p:sp>
      <p:pic>
        <p:nvPicPr>
          <p:cNvPr id="58" name="Imagen 1" descr="Imagen 1"/>
          <p:cNvPicPr>
            <a:picLocks noChangeAspect="1"/>
          </p:cNvPicPr>
          <p:nvPr/>
        </p:nvPicPr>
        <p:blipFill>
          <a:blip r:embed="rId2"/>
          <a:srcRect l="25999" t="4480" r="7999"/>
          <a:stretch>
            <a:fillRect/>
          </a:stretch>
        </p:blipFill>
        <p:spPr>
          <a:xfrm>
            <a:off x="16544926" y="13061950"/>
            <a:ext cx="4114802" cy="441327"/>
          </a:xfrm>
          <a:prstGeom prst="rect">
            <a:avLst/>
          </a:prstGeom>
          <a:ln w="12700">
            <a:miter lim="400000"/>
          </a:ln>
        </p:spPr>
      </p:pic>
      <p:sp>
        <p:nvSpPr>
          <p:cNvPr id="59" name="Texto del título"/>
          <p:cNvSpPr txBox="1">
            <a:spLocks noGrp="1"/>
          </p:cNvSpPr>
          <p:nvPr>
            <p:ph type="title"/>
          </p:nvPr>
        </p:nvSpPr>
        <p:spPr>
          <a:xfrm>
            <a:off x="3962400" y="549276"/>
            <a:ext cx="16459200" cy="2286001"/>
          </a:xfrm>
          <a:prstGeom prst="rect">
            <a:avLst/>
          </a:prstGeom>
        </p:spPr>
        <p:txBody>
          <a:bodyPr/>
          <a:lstStyle/>
          <a:p>
            <a:r>
              <a:t>Texto del título</a:t>
            </a:r>
          </a:p>
        </p:txBody>
      </p:sp>
      <p:sp>
        <p:nvSpPr>
          <p:cNvPr id="60" name="Nivel de texto 1…"/>
          <p:cNvSpPr txBox="1">
            <a:spLocks noGrp="1"/>
          </p:cNvSpPr>
          <p:nvPr>
            <p:ph type="body" sz="quarter" idx="1"/>
          </p:nvPr>
        </p:nvSpPr>
        <p:spPr>
          <a:xfrm>
            <a:off x="3962400" y="3070225"/>
            <a:ext cx="8080376" cy="1279525"/>
          </a:xfrm>
          <a:prstGeom prst="rect">
            <a:avLst/>
          </a:prstGeom>
        </p:spPr>
        <p:txBody>
          <a:bodyPr anchor="b">
            <a:normAutofit/>
          </a:bodyPr>
          <a:lstStyle>
            <a:lvl1pPr marL="0" indent="0">
              <a:spcBef>
                <a:spcPts val="1100"/>
              </a:spcBef>
              <a:buSzTx/>
              <a:buFontTx/>
              <a:buNone/>
              <a:defRPr sz="4800" b="1"/>
            </a:lvl1pPr>
            <a:lvl2pPr marL="0" indent="0">
              <a:spcBef>
                <a:spcPts val="1100"/>
              </a:spcBef>
              <a:buSzTx/>
              <a:buFontTx/>
              <a:buNone/>
              <a:defRPr sz="4800" b="1"/>
            </a:lvl2pPr>
            <a:lvl3pPr marL="0" indent="0">
              <a:spcBef>
                <a:spcPts val="1100"/>
              </a:spcBef>
              <a:buSzTx/>
              <a:buFontTx/>
              <a:buNone/>
              <a:defRPr sz="4800" b="1"/>
            </a:lvl3pPr>
            <a:lvl4pPr marL="0" indent="0">
              <a:spcBef>
                <a:spcPts val="1100"/>
              </a:spcBef>
              <a:buSzTx/>
              <a:buFontTx/>
              <a:buNone/>
              <a:defRPr sz="4800" b="1"/>
            </a:lvl4pPr>
            <a:lvl5pPr marL="0" indent="0">
              <a:spcBef>
                <a:spcPts val="1100"/>
              </a:spcBef>
              <a:buSzTx/>
              <a:buFontTx/>
              <a:buNone/>
              <a:defRPr sz="4800" b="1"/>
            </a:lvl5pPr>
          </a:lstStyle>
          <a:p>
            <a:r>
              <a:t>Nivel de texto 1</a:t>
            </a:r>
          </a:p>
          <a:p>
            <a:pPr lvl="1"/>
            <a:r>
              <a:t>Nivel de texto 2</a:t>
            </a:r>
          </a:p>
          <a:p>
            <a:pPr lvl="2"/>
            <a:r>
              <a:t>Nivel de texto 3</a:t>
            </a:r>
          </a:p>
          <a:p>
            <a:pPr lvl="3"/>
            <a:r>
              <a:t>Nivel de texto 4</a:t>
            </a:r>
          </a:p>
          <a:p>
            <a:pPr lvl="4"/>
            <a:r>
              <a:t>Nivel de texto 5</a:t>
            </a:r>
          </a:p>
        </p:txBody>
      </p:sp>
      <p:sp>
        <p:nvSpPr>
          <p:cNvPr id="61" name="4 Marcador de texto"/>
          <p:cNvSpPr>
            <a:spLocks noGrp="1"/>
          </p:cNvSpPr>
          <p:nvPr>
            <p:ph type="body" sz="quarter" idx="21"/>
          </p:nvPr>
        </p:nvSpPr>
        <p:spPr>
          <a:xfrm>
            <a:off x="12338050" y="3070225"/>
            <a:ext cx="8083550" cy="1279525"/>
          </a:xfrm>
          <a:prstGeom prst="rect">
            <a:avLst/>
          </a:prstGeom>
        </p:spPr>
        <p:txBody>
          <a:bodyPr anchor="b">
            <a:normAutofit/>
          </a:bodyPr>
          <a:lstStyle/>
          <a:p>
            <a:endParaRPr/>
          </a:p>
        </p:txBody>
      </p:sp>
      <p:sp>
        <p:nvSpPr>
          <p:cNvPr id="62" name="Número de diapositiva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Só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Texto del título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r>
              <a:t>Texto del título</a:t>
            </a:r>
          </a:p>
        </p:txBody>
      </p:sp>
      <p:sp>
        <p:nvSpPr>
          <p:cNvPr id="70" name="Número de diapositiva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x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Slide_Copyright"/>
          <p:cNvSpPr txBox="1"/>
          <p:nvPr/>
        </p:nvSpPr>
        <p:spPr>
          <a:xfrm>
            <a:off x="8328461" y="13085790"/>
            <a:ext cx="7714376" cy="46666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="http://schemas.openxmlformats.org/officeDocument/2006/math" xmlns:a14="http://schemas.microsoft.com/office/drawing/2010/main" xmlns:ma14="http://schemas.microsoft.com/office/mac/drawingml/2011/main" xmlns="" val="1"/>
            </a:ext>
          </a:extLst>
        </p:spPr>
        <p:txBody>
          <a:bodyPr wrap="none" lIns="91438" tIns="91438" rIns="91438" bIns="91438" anchor="ctr">
            <a:spAutoFit/>
          </a:bodyPr>
          <a:lstStyle>
            <a:lvl1pPr algn="ctr">
              <a:defRPr sz="2000" i="1">
                <a:solidFill>
                  <a:srgbClr val="7F7F7F"/>
                </a:solidFill>
                <a:latin typeface="+mn-lt"/>
                <a:ea typeface="+mn-ea"/>
                <a:cs typeface="+mn-cs"/>
                <a:sym typeface="Arial"/>
              </a:defRPr>
            </a:lvl1pPr>
          </a:lstStyle>
          <a:p>
            <a:r>
              <a:t>Copyright © Todos los Derechos Reservados - Cibertec Perú SAC.</a:t>
            </a:r>
          </a:p>
        </p:txBody>
      </p:sp>
      <p:pic>
        <p:nvPicPr>
          <p:cNvPr id="78" name="Imagen 1" descr="Imagen 1"/>
          <p:cNvPicPr>
            <a:picLocks noChangeAspect="1"/>
          </p:cNvPicPr>
          <p:nvPr/>
        </p:nvPicPr>
        <p:blipFill>
          <a:blip r:embed="rId2"/>
          <a:srcRect l="25999" t="4480" r="7999"/>
          <a:stretch>
            <a:fillRect/>
          </a:stretch>
        </p:blipFill>
        <p:spPr>
          <a:xfrm>
            <a:off x="16544926" y="13061950"/>
            <a:ext cx="4114802" cy="441327"/>
          </a:xfrm>
          <a:prstGeom prst="rect">
            <a:avLst/>
          </a:prstGeom>
          <a:ln w="12700">
            <a:miter lim="400000"/>
          </a:ln>
        </p:spPr>
      </p:pic>
      <p:sp>
        <p:nvSpPr>
          <p:cNvPr id="79" name="Número de diapositiva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x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Slide_Copyright"/>
          <p:cNvSpPr txBox="1"/>
          <p:nvPr/>
        </p:nvSpPr>
        <p:spPr>
          <a:xfrm>
            <a:off x="8328461" y="13085790"/>
            <a:ext cx="7714376" cy="46666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="http://schemas.openxmlformats.org/officeDocument/2006/math" xmlns:a14="http://schemas.microsoft.com/office/drawing/2010/main" xmlns:ma14="http://schemas.microsoft.com/office/mac/drawingml/2011/main" xmlns="" val="1"/>
            </a:ext>
          </a:extLst>
        </p:spPr>
        <p:txBody>
          <a:bodyPr wrap="none" lIns="91438" tIns="91438" rIns="91438" bIns="91438" anchor="ctr">
            <a:spAutoFit/>
          </a:bodyPr>
          <a:lstStyle>
            <a:lvl1pPr algn="ctr">
              <a:defRPr sz="2000" i="1">
                <a:solidFill>
                  <a:srgbClr val="7F7F7F"/>
                </a:solidFill>
                <a:latin typeface="+mn-lt"/>
                <a:ea typeface="+mn-ea"/>
                <a:cs typeface="+mn-cs"/>
                <a:sym typeface="Arial"/>
              </a:defRPr>
            </a:lvl1pPr>
          </a:lstStyle>
          <a:p>
            <a:r>
              <a:t>Copyright © Todos los Derechos Reservados - Cibertec Perú SAC.</a:t>
            </a:r>
          </a:p>
        </p:txBody>
      </p:sp>
      <p:pic>
        <p:nvPicPr>
          <p:cNvPr id="99" name="Imagen 1" descr="Imagen 1"/>
          <p:cNvPicPr>
            <a:picLocks noChangeAspect="1"/>
          </p:cNvPicPr>
          <p:nvPr/>
        </p:nvPicPr>
        <p:blipFill>
          <a:blip r:embed="rId2"/>
          <a:srcRect l="25999" t="4480" r="7999"/>
          <a:stretch>
            <a:fillRect/>
          </a:stretch>
        </p:blipFill>
        <p:spPr>
          <a:xfrm>
            <a:off x="16544926" y="13061950"/>
            <a:ext cx="4114802" cy="441327"/>
          </a:xfrm>
          <a:prstGeom prst="rect">
            <a:avLst/>
          </a:prstGeom>
          <a:ln w="12700">
            <a:miter lim="400000"/>
          </a:ln>
        </p:spPr>
      </p:pic>
      <p:sp>
        <p:nvSpPr>
          <p:cNvPr id="100" name="Texto del título"/>
          <p:cNvSpPr txBox="1">
            <a:spLocks noGrp="1"/>
          </p:cNvSpPr>
          <p:nvPr>
            <p:ph type="title"/>
          </p:nvPr>
        </p:nvSpPr>
        <p:spPr>
          <a:xfrm>
            <a:off x="6632575" y="9601200"/>
            <a:ext cx="10972802" cy="1133476"/>
          </a:xfrm>
          <a:prstGeom prst="rect">
            <a:avLst/>
          </a:prstGeom>
        </p:spPr>
        <p:txBody>
          <a:bodyPr anchor="b"/>
          <a:lstStyle>
            <a:lvl1pPr algn="l">
              <a:spcBef>
                <a:spcPts val="900"/>
              </a:spcBef>
              <a:defRPr sz="4000"/>
            </a:lvl1pPr>
          </a:lstStyle>
          <a:p>
            <a:r>
              <a:t>Texto del título</a:t>
            </a:r>
          </a:p>
        </p:txBody>
      </p:sp>
      <p:sp>
        <p:nvSpPr>
          <p:cNvPr id="101" name="2 Marcador de posición de imagen"/>
          <p:cNvSpPr>
            <a:spLocks noGrp="1"/>
          </p:cNvSpPr>
          <p:nvPr>
            <p:ph type="pic" sz="half" idx="21"/>
          </p:nvPr>
        </p:nvSpPr>
        <p:spPr>
          <a:xfrm>
            <a:off x="6632575" y="1225550"/>
            <a:ext cx="10972802" cy="8229600"/>
          </a:xfrm>
          <a:prstGeom prst="rect">
            <a:avLst/>
          </a:prstGeom>
        </p:spPr>
        <p:txBody>
          <a:bodyPr lIns="91439" tIns="45719" rIns="91439" bIns="45719"/>
          <a:lstStyle/>
          <a:p>
            <a:endParaRPr/>
          </a:p>
        </p:txBody>
      </p:sp>
      <p:sp>
        <p:nvSpPr>
          <p:cNvPr id="102" name="Nivel de texto 1…"/>
          <p:cNvSpPr txBox="1">
            <a:spLocks noGrp="1"/>
          </p:cNvSpPr>
          <p:nvPr>
            <p:ph type="body" sz="quarter" idx="1"/>
          </p:nvPr>
        </p:nvSpPr>
        <p:spPr>
          <a:xfrm>
            <a:off x="6632575" y="10734675"/>
            <a:ext cx="10972802" cy="1609725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>
              <a:spcBef>
                <a:spcPts val="600"/>
              </a:spcBef>
              <a:buSzTx/>
              <a:buFontTx/>
              <a:buNone/>
              <a:defRPr sz="2800"/>
            </a:lvl1pPr>
            <a:lvl2pPr marL="0" indent="0">
              <a:spcBef>
                <a:spcPts val="600"/>
              </a:spcBef>
              <a:buSzTx/>
              <a:buFontTx/>
              <a:buNone/>
              <a:defRPr sz="2800"/>
            </a:lvl2pPr>
            <a:lvl3pPr marL="0" indent="0">
              <a:spcBef>
                <a:spcPts val="600"/>
              </a:spcBef>
              <a:buSzTx/>
              <a:buFontTx/>
              <a:buNone/>
              <a:defRPr sz="2800"/>
            </a:lvl3pPr>
            <a:lvl4pPr marL="0" indent="0">
              <a:spcBef>
                <a:spcPts val="600"/>
              </a:spcBef>
              <a:buSzTx/>
              <a:buFontTx/>
              <a:buNone/>
              <a:defRPr sz="2800"/>
            </a:lvl4pPr>
            <a:lvl5pPr marL="0" indent="0">
              <a:spcBef>
                <a:spcPts val="600"/>
              </a:spcBef>
              <a:buSzTx/>
              <a:buFontTx/>
              <a:buNone/>
              <a:defRPr sz="2800"/>
            </a:lvl5pPr>
          </a:lstStyle>
          <a:p>
            <a:r>
              <a:t>Nivel de texto 1</a:t>
            </a:r>
          </a:p>
          <a:p>
            <a:pPr lvl="1"/>
            <a:r>
              <a:t>Nivel de texto 2</a:t>
            </a:r>
          </a:p>
          <a:p>
            <a:pPr lvl="2"/>
            <a:r>
              <a:t>Nivel de texto 3</a:t>
            </a:r>
          </a:p>
          <a:p>
            <a:pPr lvl="3"/>
            <a:r>
              <a:t>Nivel de texto 4</a:t>
            </a:r>
          </a:p>
          <a:p>
            <a:pPr lvl="4"/>
            <a:r>
              <a:t>Nivel de texto 5</a:t>
            </a:r>
          </a:p>
        </p:txBody>
      </p:sp>
      <p:sp>
        <p:nvSpPr>
          <p:cNvPr id="103" name="Número de diapositiva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x">
  <p:cSld name="Diseño personaliza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Slide_Copyright"/>
          <p:cNvSpPr txBox="1"/>
          <p:nvPr/>
        </p:nvSpPr>
        <p:spPr>
          <a:xfrm>
            <a:off x="8328461" y="13085790"/>
            <a:ext cx="7714376" cy="46666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="http://schemas.openxmlformats.org/officeDocument/2006/math" xmlns:a14="http://schemas.microsoft.com/office/drawing/2010/main" xmlns:ma14="http://schemas.microsoft.com/office/mac/drawingml/2011/main" xmlns="" val="1"/>
            </a:ext>
          </a:extLst>
        </p:spPr>
        <p:txBody>
          <a:bodyPr wrap="none" lIns="91438" tIns="91438" rIns="91438" bIns="91438" anchor="ctr">
            <a:spAutoFit/>
          </a:bodyPr>
          <a:lstStyle>
            <a:lvl1pPr algn="ctr">
              <a:defRPr sz="2000" i="1">
                <a:solidFill>
                  <a:srgbClr val="7F7F7F"/>
                </a:solidFill>
                <a:latin typeface="+mn-lt"/>
                <a:ea typeface="+mn-ea"/>
                <a:cs typeface="+mn-cs"/>
                <a:sym typeface="Arial"/>
              </a:defRPr>
            </a:lvl1pPr>
          </a:lstStyle>
          <a:p>
            <a:r>
              <a:t>Copyright © Todos los Derechos Reservados - Cibertec Perú SAC.</a:t>
            </a:r>
          </a:p>
        </p:txBody>
      </p:sp>
      <p:pic>
        <p:nvPicPr>
          <p:cNvPr id="111" name="Imagen 1" descr="Imagen 1"/>
          <p:cNvPicPr>
            <a:picLocks noChangeAspect="1"/>
          </p:cNvPicPr>
          <p:nvPr/>
        </p:nvPicPr>
        <p:blipFill>
          <a:blip r:embed="rId2"/>
          <a:srcRect l="25999" t="4480" r="7999"/>
          <a:stretch>
            <a:fillRect/>
          </a:stretch>
        </p:blipFill>
        <p:spPr>
          <a:xfrm>
            <a:off x="16544926" y="13061950"/>
            <a:ext cx="4114802" cy="441327"/>
          </a:xfrm>
          <a:prstGeom prst="rect">
            <a:avLst/>
          </a:prstGeom>
          <a:ln w="12700">
            <a:miter lim="400000"/>
          </a:ln>
        </p:spPr>
      </p:pic>
      <p:sp>
        <p:nvSpPr>
          <p:cNvPr id="112" name="Texto del título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r>
              <a:t>Texto del título</a:t>
            </a:r>
          </a:p>
        </p:txBody>
      </p:sp>
      <p:sp>
        <p:nvSpPr>
          <p:cNvPr id="113" name="Número de diapositiva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x">
  <p:cSld name="Diseño personalizado 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Texto del título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r>
              <a:t>Texto del título</a:t>
            </a:r>
          </a:p>
        </p:txBody>
      </p:sp>
      <p:sp>
        <p:nvSpPr>
          <p:cNvPr id="121" name="Número de diapositiva"/>
          <p:cNvSpPr txBox="1">
            <a:spLocks noGrp="1"/>
          </p:cNvSpPr>
          <p:nvPr>
            <p:ph type="sldNum" sz="quarter" idx="2"/>
          </p:nvPr>
        </p:nvSpPr>
        <p:spPr>
          <a:xfrm>
            <a:off x="15619791" y="12448447"/>
            <a:ext cx="534610" cy="528507"/>
          </a:xfrm>
          <a:prstGeom prst="rect">
            <a:avLst/>
          </a:prstGeom>
        </p:spPr>
        <p:txBody>
          <a:bodyPr/>
          <a:lstStyle>
            <a:lvl1pPr algn="r">
              <a:defRPr sz="2400"/>
            </a:lvl1pPr>
          </a:lstStyle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image" Target="../media/image1.png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_Copyright"/>
          <p:cNvSpPr txBox="1"/>
          <p:nvPr/>
        </p:nvSpPr>
        <p:spPr>
          <a:xfrm>
            <a:off x="8328461" y="13085790"/>
            <a:ext cx="7714376" cy="46666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="http://schemas.openxmlformats.org/officeDocument/2006/math" xmlns:a14="http://schemas.microsoft.com/office/drawing/2010/main" xmlns:ma14="http://schemas.microsoft.com/office/mac/drawingml/2011/main" xmlns="" val="1"/>
            </a:ext>
          </a:extLst>
        </p:spPr>
        <p:txBody>
          <a:bodyPr wrap="none" lIns="91438" tIns="91438" rIns="91438" bIns="91438" anchor="ctr">
            <a:spAutoFit/>
          </a:bodyPr>
          <a:lstStyle>
            <a:lvl1pPr algn="ctr">
              <a:defRPr sz="2000" i="1">
                <a:solidFill>
                  <a:srgbClr val="7F7F7F"/>
                </a:solidFill>
                <a:latin typeface="+mn-lt"/>
                <a:ea typeface="+mn-ea"/>
                <a:cs typeface="+mn-cs"/>
                <a:sym typeface="Arial"/>
              </a:defRPr>
            </a:lvl1pPr>
          </a:lstStyle>
          <a:p>
            <a:r>
              <a:t>Copyright © Todos los Derechos Reservados - Cibertec Perú SAC.</a:t>
            </a:r>
          </a:p>
        </p:txBody>
      </p:sp>
      <p:pic>
        <p:nvPicPr>
          <p:cNvPr id="3" name="Imagen 1" descr="Imagen 1"/>
          <p:cNvPicPr>
            <a:picLocks noChangeAspect="1"/>
          </p:cNvPicPr>
          <p:nvPr/>
        </p:nvPicPr>
        <p:blipFill>
          <a:blip r:embed="rId12"/>
          <a:srcRect l="25999" t="4480" r="7999"/>
          <a:stretch>
            <a:fillRect/>
          </a:stretch>
        </p:blipFill>
        <p:spPr>
          <a:xfrm>
            <a:off x="16544926" y="13061950"/>
            <a:ext cx="4114802" cy="441327"/>
          </a:xfrm>
          <a:prstGeom prst="rect">
            <a:avLst/>
          </a:prstGeom>
          <a:ln w="12700">
            <a:miter lim="400000"/>
          </a:ln>
        </p:spPr>
      </p:pic>
      <p:sp>
        <p:nvSpPr>
          <p:cNvPr id="4" name="Texto del título"/>
          <p:cNvSpPr txBox="1">
            <a:spLocks noGrp="1"/>
          </p:cNvSpPr>
          <p:nvPr>
            <p:ph type="title"/>
          </p:nvPr>
        </p:nvSpPr>
        <p:spPr>
          <a:xfrm>
            <a:off x="4267200" y="879475"/>
            <a:ext cx="15836900" cy="17526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="http://schemas.openxmlformats.org/officeDocument/2006/math" xmlns:a14="http://schemas.microsoft.com/office/drawing/2010/main" xmlns:ma14="http://schemas.microsoft.com/office/mac/drawingml/2011/main" xmlns="" val="1"/>
            </a:ext>
          </a:extLst>
        </p:spPr>
        <p:txBody>
          <a:bodyPr lIns="25400" tIns="25400" rIns="25400" bIns="25400">
            <a:normAutofit/>
          </a:bodyPr>
          <a:lstStyle/>
          <a:p>
            <a:r>
              <a:t>Texto del título</a:t>
            </a:r>
          </a:p>
        </p:txBody>
      </p:sp>
      <p:sp>
        <p:nvSpPr>
          <p:cNvPr id="5" name="Nivel de texto 1…"/>
          <p:cNvSpPr txBox="1">
            <a:spLocks noGrp="1"/>
          </p:cNvSpPr>
          <p:nvPr>
            <p:ph type="body" idx="1"/>
          </p:nvPr>
        </p:nvSpPr>
        <p:spPr>
          <a:xfrm>
            <a:off x="13610166" y="4876800"/>
            <a:ext cx="9550401" cy="88392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="http://schemas.openxmlformats.org/officeDocument/2006/math" xmlns:a14="http://schemas.microsoft.com/office/drawing/2010/main" xmlns:ma14="http://schemas.microsoft.com/office/mac/drawingml/2011/main" xmlns="" val="1"/>
            </a:ext>
          </a:extLst>
        </p:spPr>
        <p:txBody>
          <a:bodyPr lIns="25400" tIns="25400" rIns="25400" bIns="25400"/>
          <a:lstStyle/>
          <a:p>
            <a:r>
              <a:t>Nivel de texto 1</a:t>
            </a:r>
          </a:p>
          <a:p>
            <a:pPr lvl="1"/>
            <a:r>
              <a:t>Nivel de texto 2</a:t>
            </a:r>
          </a:p>
          <a:p>
            <a:pPr lvl="2"/>
            <a:r>
              <a:t>Nivel de texto 3</a:t>
            </a:r>
          </a:p>
          <a:p>
            <a:pPr lvl="3"/>
            <a:r>
              <a:t>Nivel de texto 4</a:t>
            </a:r>
          </a:p>
          <a:p>
            <a:pPr lvl="4"/>
            <a:r>
              <a:t>Nivel de texto 5</a:t>
            </a:r>
          </a:p>
        </p:txBody>
      </p:sp>
      <p:sp>
        <p:nvSpPr>
          <p:cNvPr id="6" name="Número de diapositiva"/>
          <p:cNvSpPr txBox="1">
            <a:spLocks noGrp="1"/>
          </p:cNvSpPr>
          <p:nvPr>
            <p:ph type="sldNum" sz="quarter" idx="2"/>
          </p:nvPr>
        </p:nvSpPr>
        <p:spPr>
          <a:xfrm>
            <a:off x="3962400" y="12977989"/>
            <a:ext cx="704124" cy="701322"/>
          </a:xfrm>
          <a:prstGeom prst="rect">
            <a:avLst/>
          </a:prstGeom>
          <a:ln w="12700">
            <a:miter lim="400000"/>
          </a:ln>
        </p:spPr>
        <p:txBody>
          <a:bodyPr wrap="none" lIns="91438" tIns="91438" rIns="91438" bIns="91438" anchor="ctr">
            <a:spAutoFit/>
          </a:bodyPr>
          <a:lstStyle>
            <a:lvl1pPr>
              <a:defRPr>
                <a:latin typeface="+mn-lt"/>
                <a:ea typeface="+mn-ea"/>
                <a:cs typeface="+mn-cs"/>
                <a:sym typeface="Arial"/>
              </a:defRPr>
            </a:lvl1pPr>
          </a:lstStyle>
          <a:p>
            <a:fld id="{86CB4B4D-7CA3-9044-876B-883B54F8677D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7" r:id="rId8"/>
    <p:sldLayoutId id="2147483658" r:id="rId9"/>
    <p:sldLayoutId id="2147483659" r:id="rId10"/>
  </p:sldLayoutIdLst>
  <p:transition spd="med"/>
  <p:txStyles>
    <p:titleStyle>
      <a:lvl1pPr marL="457200" marR="0" indent="-457200" algn="ctr" defTabSz="1828800" rtl="0" latinLnBrk="0">
        <a:lnSpc>
          <a:spcPct val="100000"/>
        </a:lnSpc>
        <a:spcBef>
          <a:spcPts val="1200"/>
        </a:spcBef>
        <a:spcAft>
          <a:spcPts val="0"/>
        </a:spcAft>
        <a:buClrTx/>
        <a:buSzTx/>
        <a:buFontTx/>
        <a:buNone/>
        <a:tabLst/>
        <a:defRPr sz="5200" b="1" i="0" u="none" strike="noStrike" cap="none" spc="0" baseline="0">
          <a:solidFill>
            <a:srgbClr val="000000"/>
          </a:solidFill>
          <a:uFillTx/>
          <a:latin typeface="+mn-lt"/>
          <a:ea typeface="+mn-ea"/>
          <a:cs typeface="+mn-cs"/>
          <a:sym typeface="Arial"/>
        </a:defRPr>
      </a:lvl1pPr>
      <a:lvl2pPr marL="457200" marR="0" indent="-457200" algn="ctr" defTabSz="1828800" rtl="0" latinLnBrk="0">
        <a:lnSpc>
          <a:spcPct val="100000"/>
        </a:lnSpc>
        <a:spcBef>
          <a:spcPts val="1200"/>
        </a:spcBef>
        <a:spcAft>
          <a:spcPts val="0"/>
        </a:spcAft>
        <a:buClrTx/>
        <a:buSzTx/>
        <a:buFontTx/>
        <a:buNone/>
        <a:tabLst/>
        <a:defRPr sz="5200" b="1" i="0" u="none" strike="noStrike" cap="none" spc="0" baseline="0">
          <a:solidFill>
            <a:srgbClr val="000000"/>
          </a:solidFill>
          <a:uFillTx/>
          <a:latin typeface="+mn-lt"/>
          <a:ea typeface="+mn-ea"/>
          <a:cs typeface="+mn-cs"/>
          <a:sym typeface="Arial"/>
        </a:defRPr>
      </a:lvl2pPr>
      <a:lvl3pPr marL="457200" marR="0" indent="-457200" algn="ctr" defTabSz="1828800" rtl="0" latinLnBrk="0">
        <a:lnSpc>
          <a:spcPct val="100000"/>
        </a:lnSpc>
        <a:spcBef>
          <a:spcPts val="1200"/>
        </a:spcBef>
        <a:spcAft>
          <a:spcPts val="0"/>
        </a:spcAft>
        <a:buClrTx/>
        <a:buSzTx/>
        <a:buFontTx/>
        <a:buNone/>
        <a:tabLst/>
        <a:defRPr sz="5200" b="1" i="0" u="none" strike="noStrike" cap="none" spc="0" baseline="0">
          <a:solidFill>
            <a:srgbClr val="000000"/>
          </a:solidFill>
          <a:uFillTx/>
          <a:latin typeface="+mn-lt"/>
          <a:ea typeface="+mn-ea"/>
          <a:cs typeface="+mn-cs"/>
          <a:sym typeface="Arial"/>
        </a:defRPr>
      </a:lvl3pPr>
      <a:lvl4pPr marL="457200" marR="0" indent="-457200" algn="ctr" defTabSz="1828800" rtl="0" latinLnBrk="0">
        <a:lnSpc>
          <a:spcPct val="100000"/>
        </a:lnSpc>
        <a:spcBef>
          <a:spcPts val="1200"/>
        </a:spcBef>
        <a:spcAft>
          <a:spcPts val="0"/>
        </a:spcAft>
        <a:buClrTx/>
        <a:buSzTx/>
        <a:buFontTx/>
        <a:buNone/>
        <a:tabLst/>
        <a:defRPr sz="5200" b="1" i="0" u="none" strike="noStrike" cap="none" spc="0" baseline="0">
          <a:solidFill>
            <a:srgbClr val="000000"/>
          </a:solidFill>
          <a:uFillTx/>
          <a:latin typeface="+mn-lt"/>
          <a:ea typeface="+mn-ea"/>
          <a:cs typeface="+mn-cs"/>
          <a:sym typeface="Arial"/>
        </a:defRPr>
      </a:lvl4pPr>
      <a:lvl5pPr marL="457200" marR="0" indent="-457200" algn="ctr" defTabSz="1828800" rtl="0" latinLnBrk="0">
        <a:lnSpc>
          <a:spcPct val="100000"/>
        </a:lnSpc>
        <a:spcBef>
          <a:spcPts val="1200"/>
        </a:spcBef>
        <a:spcAft>
          <a:spcPts val="0"/>
        </a:spcAft>
        <a:buClrTx/>
        <a:buSzTx/>
        <a:buFontTx/>
        <a:buNone/>
        <a:tabLst/>
        <a:defRPr sz="5200" b="1" i="0" u="none" strike="noStrike" cap="none" spc="0" baseline="0">
          <a:solidFill>
            <a:srgbClr val="000000"/>
          </a:solidFill>
          <a:uFillTx/>
          <a:latin typeface="+mn-lt"/>
          <a:ea typeface="+mn-ea"/>
          <a:cs typeface="+mn-cs"/>
          <a:sym typeface="Arial"/>
        </a:defRPr>
      </a:lvl5pPr>
      <a:lvl6pPr marL="457200" marR="0" indent="0" algn="ctr" defTabSz="1828800" rtl="0" latinLnBrk="0">
        <a:lnSpc>
          <a:spcPct val="100000"/>
        </a:lnSpc>
        <a:spcBef>
          <a:spcPts val="1200"/>
        </a:spcBef>
        <a:spcAft>
          <a:spcPts val="0"/>
        </a:spcAft>
        <a:buClrTx/>
        <a:buSzTx/>
        <a:buFontTx/>
        <a:buNone/>
        <a:tabLst/>
        <a:defRPr sz="5200" b="1" i="0" u="none" strike="noStrike" cap="none" spc="0" baseline="0">
          <a:solidFill>
            <a:srgbClr val="000000"/>
          </a:solidFill>
          <a:uFillTx/>
          <a:latin typeface="+mn-lt"/>
          <a:ea typeface="+mn-ea"/>
          <a:cs typeface="+mn-cs"/>
          <a:sym typeface="Arial"/>
        </a:defRPr>
      </a:lvl6pPr>
      <a:lvl7pPr marL="457200" marR="0" indent="0" algn="ctr" defTabSz="1828800" rtl="0" latinLnBrk="0">
        <a:lnSpc>
          <a:spcPct val="100000"/>
        </a:lnSpc>
        <a:spcBef>
          <a:spcPts val="1200"/>
        </a:spcBef>
        <a:spcAft>
          <a:spcPts val="0"/>
        </a:spcAft>
        <a:buClrTx/>
        <a:buSzTx/>
        <a:buFontTx/>
        <a:buNone/>
        <a:tabLst/>
        <a:defRPr sz="5200" b="1" i="0" u="none" strike="noStrike" cap="none" spc="0" baseline="0">
          <a:solidFill>
            <a:srgbClr val="000000"/>
          </a:solidFill>
          <a:uFillTx/>
          <a:latin typeface="+mn-lt"/>
          <a:ea typeface="+mn-ea"/>
          <a:cs typeface="+mn-cs"/>
          <a:sym typeface="Arial"/>
        </a:defRPr>
      </a:lvl7pPr>
      <a:lvl8pPr marL="457200" marR="0" indent="0" algn="ctr" defTabSz="1828800" rtl="0" latinLnBrk="0">
        <a:lnSpc>
          <a:spcPct val="100000"/>
        </a:lnSpc>
        <a:spcBef>
          <a:spcPts val="1200"/>
        </a:spcBef>
        <a:spcAft>
          <a:spcPts val="0"/>
        </a:spcAft>
        <a:buClrTx/>
        <a:buSzTx/>
        <a:buFontTx/>
        <a:buNone/>
        <a:tabLst/>
        <a:defRPr sz="5200" b="1" i="0" u="none" strike="noStrike" cap="none" spc="0" baseline="0">
          <a:solidFill>
            <a:srgbClr val="000000"/>
          </a:solidFill>
          <a:uFillTx/>
          <a:latin typeface="+mn-lt"/>
          <a:ea typeface="+mn-ea"/>
          <a:cs typeface="+mn-cs"/>
          <a:sym typeface="Arial"/>
        </a:defRPr>
      </a:lvl8pPr>
      <a:lvl9pPr marL="457200" marR="0" indent="0" algn="ctr" defTabSz="1828800" rtl="0" latinLnBrk="0">
        <a:lnSpc>
          <a:spcPct val="100000"/>
        </a:lnSpc>
        <a:spcBef>
          <a:spcPts val="1200"/>
        </a:spcBef>
        <a:spcAft>
          <a:spcPts val="0"/>
        </a:spcAft>
        <a:buClrTx/>
        <a:buSzTx/>
        <a:buFontTx/>
        <a:buNone/>
        <a:tabLst/>
        <a:defRPr sz="5200" b="1" i="0" u="none" strike="noStrike" cap="none" spc="0" baseline="0">
          <a:solidFill>
            <a:srgbClr val="000000"/>
          </a:solidFill>
          <a:uFillTx/>
          <a:latin typeface="+mn-lt"/>
          <a:ea typeface="+mn-ea"/>
          <a:cs typeface="+mn-cs"/>
          <a:sym typeface="Arial"/>
        </a:defRPr>
      </a:lvl9pPr>
    </p:titleStyle>
    <p:bodyStyle>
      <a:lvl1pPr marL="23814" marR="0" indent="-15876" algn="l" defTabSz="457200" rtl="0" latinLnBrk="0">
        <a:lnSpc>
          <a:spcPct val="100000"/>
        </a:lnSpc>
        <a:spcBef>
          <a:spcPts val="1000"/>
        </a:spcBef>
        <a:spcAft>
          <a:spcPts val="0"/>
        </a:spcAft>
        <a:buClrTx/>
        <a:buSzPct val="100000"/>
        <a:buFont typeface="Arial"/>
        <a:buChar char="•"/>
        <a:tabLst/>
        <a:defRPr sz="4400" b="0" i="0" u="none" strike="noStrike" cap="none" spc="0" baseline="0">
          <a:solidFill>
            <a:srgbClr val="000000"/>
          </a:solidFill>
          <a:uFillTx/>
          <a:latin typeface="+mn-lt"/>
          <a:ea typeface="+mn-ea"/>
          <a:cs typeface="+mn-cs"/>
          <a:sym typeface="Arial"/>
        </a:defRPr>
      </a:lvl1pPr>
      <a:lvl2pPr marL="1035050" marR="0" indent="-920750" algn="l" defTabSz="457200" rtl="0" latinLnBrk="0">
        <a:lnSpc>
          <a:spcPct val="100000"/>
        </a:lnSpc>
        <a:spcBef>
          <a:spcPts val="1000"/>
        </a:spcBef>
        <a:spcAft>
          <a:spcPts val="0"/>
        </a:spcAft>
        <a:buClrTx/>
        <a:buSzPct val="100000"/>
        <a:buFont typeface="Arial"/>
        <a:buChar char="•"/>
        <a:tabLst/>
        <a:defRPr sz="4400" b="0" i="0" u="none" strike="noStrike" cap="none" spc="0" baseline="0">
          <a:solidFill>
            <a:srgbClr val="000000"/>
          </a:solidFill>
          <a:uFillTx/>
          <a:latin typeface="+mn-lt"/>
          <a:ea typeface="+mn-ea"/>
          <a:cs typeface="+mn-cs"/>
          <a:sym typeface="Arial"/>
        </a:defRPr>
      </a:lvl2pPr>
      <a:lvl3pPr marL="1418907" marR="0" indent="-729933" algn="l" defTabSz="457200" rtl="0" latinLnBrk="0">
        <a:lnSpc>
          <a:spcPct val="100000"/>
        </a:lnSpc>
        <a:spcBef>
          <a:spcPts val="1000"/>
        </a:spcBef>
        <a:spcAft>
          <a:spcPts val="0"/>
        </a:spcAft>
        <a:buClrTx/>
        <a:buSzPct val="100000"/>
        <a:buFont typeface="Arial"/>
        <a:buChar char="–"/>
        <a:tabLst/>
        <a:defRPr sz="4400" b="0" i="0" u="none" strike="noStrike" cap="none" spc="0" baseline="0">
          <a:solidFill>
            <a:srgbClr val="000000"/>
          </a:solidFill>
          <a:uFillTx/>
          <a:latin typeface="+mn-lt"/>
          <a:ea typeface="+mn-ea"/>
          <a:cs typeface="+mn-cs"/>
          <a:sym typeface="Arial"/>
        </a:defRPr>
      </a:lvl3pPr>
      <a:lvl4pPr marL="1699330" marR="0" indent="-562680" algn="l" defTabSz="457200" rtl="0" latinLnBrk="0">
        <a:lnSpc>
          <a:spcPct val="100000"/>
        </a:lnSpc>
        <a:spcBef>
          <a:spcPts val="1000"/>
        </a:spcBef>
        <a:spcAft>
          <a:spcPts val="0"/>
        </a:spcAft>
        <a:buClrTx/>
        <a:buSzPct val="45000"/>
        <a:buFont typeface="Arial"/>
        <a:buChar char="—"/>
        <a:tabLst/>
        <a:defRPr sz="4400" b="0" i="0" u="none" strike="noStrike" cap="none" spc="0" baseline="0">
          <a:solidFill>
            <a:srgbClr val="000000"/>
          </a:solidFill>
          <a:uFillTx/>
          <a:latin typeface="+mn-lt"/>
          <a:ea typeface="+mn-ea"/>
          <a:cs typeface="+mn-cs"/>
          <a:sym typeface="Arial"/>
        </a:defRPr>
      </a:lvl4pPr>
      <a:lvl5pPr marL="2114152" marR="0" indent="-633016" algn="l" defTabSz="457200" rtl="0" latinLnBrk="0">
        <a:lnSpc>
          <a:spcPct val="100000"/>
        </a:lnSpc>
        <a:spcBef>
          <a:spcPts val="1000"/>
        </a:spcBef>
        <a:spcAft>
          <a:spcPts val="0"/>
        </a:spcAft>
        <a:buClrTx/>
        <a:buSzPct val="55000"/>
        <a:buFont typeface="Arial"/>
        <a:buChar char="—"/>
        <a:tabLst/>
        <a:defRPr sz="4400" b="0" i="0" u="none" strike="noStrike" cap="none" spc="0" baseline="0">
          <a:solidFill>
            <a:srgbClr val="000000"/>
          </a:solidFill>
          <a:uFillTx/>
          <a:latin typeface="+mn-lt"/>
          <a:ea typeface="+mn-ea"/>
          <a:cs typeface="+mn-cs"/>
          <a:sym typeface="Arial"/>
        </a:defRPr>
      </a:lvl5pPr>
      <a:lvl6pPr marL="2571354" marR="0" indent="-633016" algn="l" defTabSz="457200" rtl="0" latinLnBrk="0">
        <a:lnSpc>
          <a:spcPct val="100000"/>
        </a:lnSpc>
        <a:spcBef>
          <a:spcPts val="1000"/>
        </a:spcBef>
        <a:spcAft>
          <a:spcPts val="0"/>
        </a:spcAft>
        <a:buClrTx/>
        <a:buSzPct val="55000"/>
        <a:buFont typeface="Arial"/>
        <a:buChar char="—"/>
        <a:tabLst/>
        <a:defRPr sz="4400" b="0" i="0" u="none" strike="noStrike" cap="none" spc="0" baseline="0">
          <a:solidFill>
            <a:srgbClr val="000000"/>
          </a:solidFill>
          <a:uFillTx/>
          <a:latin typeface="+mn-lt"/>
          <a:ea typeface="+mn-ea"/>
          <a:cs typeface="+mn-cs"/>
          <a:sym typeface="Arial"/>
        </a:defRPr>
      </a:lvl6pPr>
      <a:lvl7pPr marL="3028554" marR="0" indent="-633016" algn="l" defTabSz="457200" rtl="0" latinLnBrk="0">
        <a:lnSpc>
          <a:spcPct val="100000"/>
        </a:lnSpc>
        <a:spcBef>
          <a:spcPts val="1000"/>
        </a:spcBef>
        <a:spcAft>
          <a:spcPts val="0"/>
        </a:spcAft>
        <a:buClrTx/>
        <a:buSzPct val="55000"/>
        <a:buFont typeface="Arial"/>
        <a:buChar char="—"/>
        <a:tabLst/>
        <a:defRPr sz="4400" b="0" i="0" u="none" strike="noStrike" cap="none" spc="0" baseline="0">
          <a:solidFill>
            <a:srgbClr val="000000"/>
          </a:solidFill>
          <a:uFillTx/>
          <a:latin typeface="+mn-lt"/>
          <a:ea typeface="+mn-ea"/>
          <a:cs typeface="+mn-cs"/>
          <a:sym typeface="Arial"/>
        </a:defRPr>
      </a:lvl7pPr>
      <a:lvl8pPr marL="3485753" marR="0" indent="-633016" algn="l" defTabSz="457200" rtl="0" latinLnBrk="0">
        <a:lnSpc>
          <a:spcPct val="100000"/>
        </a:lnSpc>
        <a:spcBef>
          <a:spcPts val="1000"/>
        </a:spcBef>
        <a:spcAft>
          <a:spcPts val="0"/>
        </a:spcAft>
        <a:buClrTx/>
        <a:buSzPct val="55000"/>
        <a:buFont typeface="Arial"/>
        <a:buChar char="—"/>
        <a:tabLst/>
        <a:defRPr sz="4400" b="0" i="0" u="none" strike="noStrike" cap="none" spc="0" baseline="0">
          <a:solidFill>
            <a:srgbClr val="000000"/>
          </a:solidFill>
          <a:uFillTx/>
          <a:latin typeface="+mn-lt"/>
          <a:ea typeface="+mn-ea"/>
          <a:cs typeface="+mn-cs"/>
          <a:sym typeface="Arial"/>
        </a:defRPr>
      </a:lvl8pPr>
      <a:lvl9pPr marL="3942953" marR="0" indent="-633016" algn="l" defTabSz="457200" rtl="0" latinLnBrk="0">
        <a:lnSpc>
          <a:spcPct val="100000"/>
        </a:lnSpc>
        <a:spcBef>
          <a:spcPts val="1000"/>
        </a:spcBef>
        <a:spcAft>
          <a:spcPts val="0"/>
        </a:spcAft>
        <a:buClrTx/>
        <a:buSzPct val="55000"/>
        <a:buFont typeface="Arial"/>
        <a:buChar char="—"/>
        <a:tabLst/>
        <a:defRPr sz="4400" b="0" i="0" u="none" strike="noStrike" cap="none" spc="0" baseline="0">
          <a:solidFill>
            <a:srgbClr val="000000"/>
          </a:solidFill>
          <a:uFillTx/>
          <a:latin typeface="+mn-lt"/>
          <a:ea typeface="+mn-ea"/>
          <a:cs typeface="+mn-cs"/>
          <a:sym typeface="Arial"/>
        </a:defRPr>
      </a:lvl9pPr>
    </p:bodyStyle>
    <p:otherStyle>
      <a:lvl1pPr marL="0" marR="0" indent="0" algn="l" defTabSz="18288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36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Arial"/>
        </a:defRPr>
      </a:lvl1pPr>
      <a:lvl2pPr marL="0" marR="0" indent="0" algn="l" defTabSz="18288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36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Arial"/>
        </a:defRPr>
      </a:lvl2pPr>
      <a:lvl3pPr marL="0" marR="0" indent="0" algn="l" defTabSz="18288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36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Arial"/>
        </a:defRPr>
      </a:lvl3pPr>
      <a:lvl4pPr marL="0" marR="0" indent="0" algn="l" defTabSz="18288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36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Arial"/>
        </a:defRPr>
      </a:lvl4pPr>
      <a:lvl5pPr marL="0" marR="0" indent="0" algn="l" defTabSz="18288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36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Arial"/>
        </a:defRPr>
      </a:lvl5pPr>
      <a:lvl6pPr marL="0" marR="0" indent="0" algn="l" defTabSz="18288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36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Arial"/>
        </a:defRPr>
      </a:lvl6pPr>
      <a:lvl7pPr marL="0" marR="0" indent="0" algn="l" defTabSz="18288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36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Arial"/>
        </a:defRPr>
      </a:lvl7pPr>
      <a:lvl8pPr marL="0" marR="0" indent="0" algn="l" defTabSz="18288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36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Arial"/>
        </a:defRPr>
      </a:lvl8pPr>
      <a:lvl9pPr marL="0" marR="0" indent="0" algn="l" defTabSz="18288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36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png"/><Relationship Id="rId3" Type="http://schemas.openxmlformats.org/officeDocument/2006/relationships/image" Target="../media/image4.jpeg"/><Relationship Id="rId7" Type="http://schemas.openxmlformats.org/officeDocument/2006/relationships/image" Target="../media/image8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7.png"/><Relationship Id="rId5" Type="http://schemas.openxmlformats.org/officeDocument/2006/relationships/image" Target="../media/image6.png"/><Relationship Id="rId4" Type="http://schemas.openxmlformats.org/officeDocument/2006/relationships/image" Target="../media/image5.png"/><Relationship Id="rId9" Type="http://schemas.openxmlformats.org/officeDocument/2006/relationships/image" Target="../media/image10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3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5.jpeg"/><Relationship Id="rId4" Type="http://schemas.openxmlformats.org/officeDocument/2006/relationships/image" Target="../media/image11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1.xml"/><Relationship Id="rId6" Type="http://schemas.openxmlformats.org/officeDocument/2006/relationships/hyperlink" Target="https://sites.google.com/view/sae-info-importante/inicio" TargetMode="External"/><Relationship Id="rId5" Type="http://schemas.openxmlformats.org/officeDocument/2006/relationships/image" Target="../media/image11.png"/><Relationship Id="rId4" Type="http://schemas.openxmlformats.org/officeDocument/2006/relationships/image" Target="../media/image3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1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1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1.png"/><Relationship Id="rId4" Type="http://schemas.openxmlformats.org/officeDocument/2006/relationships/image" Target="../media/image20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n 3">
            <a:extLst>
              <a:ext uri="{FF2B5EF4-FFF2-40B4-BE49-F238E27FC236}">
                <a16:creationId xmlns:a16="http://schemas.microsoft.com/office/drawing/2014/main" id="{5D3EF429-38BA-1125-CCE8-D7B5CB3C3B6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24384000" cy="13716000"/>
          </a:xfrm>
          <a:prstGeom prst="rect">
            <a:avLst/>
          </a:prstGeom>
        </p:spPr>
      </p:pic>
    </p:spTree>
  </p:cSld>
  <p:clrMapOvr>
    <a:masterClrMapping/>
  </p:clrMapOvr>
  <p:transition spd="med"/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2" name="Reglas del entorno virtual"/>
          <p:cNvSpPr txBox="1">
            <a:spLocks noGrp="1"/>
          </p:cNvSpPr>
          <p:nvPr>
            <p:ph type="ctrTitle"/>
          </p:nvPr>
        </p:nvSpPr>
        <p:spPr>
          <a:xfrm>
            <a:off x="7985480" y="1941349"/>
            <a:ext cx="9006093" cy="911421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rgbClr val="143C5E"/>
                </a:solidFill>
                <a:latin typeface="+mj-lt"/>
                <a:ea typeface="+mj-ea"/>
                <a:cs typeface="+mj-cs"/>
                <a:sym typeface="Helvetica"/>
              </a:defRPr>
            </a:lvl1pPr>
          </a:lstStyle>
          <a:p>
            <a:r>
              <a:t>Reglas del </a:t>
            </a:r>
            <a:r>
              <a:rPr err="1"/>
              <a:t>entorno</a:t>
            </a:r>
            <a:r>
              <a:t> virtual</a:t>
            </a:r>
          </a:p>
        </p:txBody>
      </p:sp>
      <p:pic>
        <p:nvPicPr>
          <p:cNvPr id="183" name="Imagen 19" descr="Imagen 19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526292" y="601644"/>
            <a:ext cx="1701450" cy="1080000"/>
          </a:xfrm>
          <a:prstGeom prst="rect">
            <a:avLst/>
          </a:prstGeom>
          <a:ln w="12700">
            <a:miter lim="400000"/>
          </a:ln>
        </p:spPr>
      </p:pic>
      <p:pic>
        <p:nvPicPr>
          <p:cNvPr id="186" name="Rectangle 154462.jpg" descr="Rectangle 154462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65201" y="3859896"/>
            <a:ext cx="9799999" cy="1453535"/>
          </a:xfrm>
          <a:prstGeom prst="rect">
            <a:avLst/>
          </a:prstGeom>
          <a:ln w="12700">
            <a:miter lim="400000"/>
          </a:ln>
        </p:spPr>
      </p:pic>
      <p:sp>
        <p:nvSpPr>
          <p:cNvPr id="187" name="01"/>
          <p:cNvSpPr txBox="1"/>
          <p:nvPr/>
        </p:nvSpPr>
        <p:spPr>
          <a:xfrm>
            <a:off x="2242228" y="4130952"/>
            <a:ext cx="813034" cy="91142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="http://schemas.openxmlformats.org/officeDocument/2006/math" xmlns:a14="http://schemas.microsoft.com/office/drawing/2010/main" xmlns:ma14="http://schemas.microsoft.com/office/mac/drawingml/2011/main" xmlns="" val="1"/>
            </a:ext>
          </a:extLst>
        </p:spPr>
        <p:txBody>
          <a:bodyPr lIns="25400" tIns="25400" rIns="25400" bIns="25400">
            <a:normAutofit/>
          </a:bodyPr>
          <a:lstStyle>
            <a:lvl1pPr marL="457200" indent="-457200">
              <a:spcBef>
                <a:spcPts val="1200"/>
              </a:spcBef>
              <a:defRPr sz="5200" b="1">
                <a:solidFill>
                  <a:srgbClr val="143C5E"/>
                </a:solidFill>
              </a:defRPr>
            </a:lvl1pPr>
          </a:lstStyle>
          <a:p>
            <a:r>
              <a:t>01</a:t>
            </a:r>
          </a:p>
        </p:txBody>
      </p:sp>
      <p:sp>
        <p:nvSpPr>
          <p:cNvPr id="188" name="Apagar la cámara de vídeo"/>
          <p:cNvSpPr txBox="1"/>
          <p:nvPr/>
        </p:nvSpPr>
        <p:spPr>
          <a:xfrm>
            <a:off x="3255662" y="4236001"/>
            <a:ext cx="5963936" cy="70132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="http://schemas.openxmlformats.org/officeDocument/2006/math" xmlns:a14="http://schemas.microsoft.com/office/drawing/2010/main" xmlns:ma14="http://schemas.microsoft.com/office/mac/drawingml/2011/main" xmlns="" val="1"/>
            </a:ext>
          </a:extLst>
        </p:spPr>
        <p:txBody>
          <a:bodyPr lIns="25400" tIns="25400" rIns="25400" bIns="25400">
            <a:normAutofit/>
          </a:bodyPr>
          <a:lstStyle>
            <a:lvl1pPr marL="457200" indent="-457200">
              <a:spcBef>
                <a:spcPts val="1200"/>
              </a:spcBef>
              <a:defRPr sz="3700">
                <a:solidFill>
                  <a:srgbClr val="143C5E"/>
                </a:solidFill>
                <a:latin typeface="Helvetica Light"/>
                <a:ea typeface="Helvetica Light"/>
                <a:cs typeface="Helvetica Light"/>
                <a:sym typeface="Helvetica Light"/>
              </a:defRPr>
            </a:lvl1pPr>
          </a:lstStyle>
          <a:p>
            <a:r>
              <a:t>Apagar la cámara de vídeo</a:t>
            </a:r>
          </a:p>
        </p:txBody>
      </p:sp>
      <p:pic>
        <p:nvPicPr>
          <p:cNvPr id="189" name="Picture 2" descr="Picture 2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478821" y="4269728"/>
            <a:ext cx="723902" cy="704852"/>
          </a:xfrm>
          <a:prstGeom prst="rect">
            <a:avLst/>
          </a:prstGeom>
          <a:ln w="12700">
            <a:miter lim="400000"/>
          </a:ln>
        </p:spPr>
      </p:pic>
      <p:pic>
        <p:nvPicPr>
          <p:cNvPr id="190" name="Rectangle 154462.jpg" descr="Rectangle 154462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65201" y="7837351"/>
            <a:ext cx="9799999" cy="1453536"/>
          </a:xfrm>
          <a:prstGeom prst="rect">
            <a:avLst/>
          </a:prstGeom>
          <a:ln w="12700">
            <a:miter lim="400000"/>
          </a:ln>
        </p:spPr>
      </p:pic>
      <p:sp>
        <p:nvSpPr>
          <p:cNvPr id="191" name="03"/>
          <p:cNvSpPr txBox="1"/>
          <p:nvPr/>
        </p:nvSpPr>
        <p:spPr>
          <a:xfrm>
            <a:off x="2242228" y="8108408"/>
            <a:ext cx="813034" cy="91142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="http://schemas.openxmlformats.org/officeDocument/2006/math" xmlns:a14="http://schemas.microsoft.com/office/drawing/2010/main" xmlns:ma14="http://schemas.microsoft.com/office/mac/drawingml/2011/main" xmlns="" val="1"/>
            </a:ext>
          </a:extLst>
        </p:spPr>
        <p:txBody>
          <a:bodyPr lIns="25400" tIns="25400" rIns="25400" bIns="25400">
            <a:normAutofit/>
          </a:bodyPr>
          <a:lstStyle>
            <a:lvl1pPr marL="457200" indent="-457200">
              <a:spcBef>
                <a:spcPts val="1200"/>
              </a:spcBef>
              <a:defRPr sz="5200" b="1">
                <a:solidFill>
                  <a:srgbClr val="143C5E"/>
                </a:solidFill>
              </a:defRPr>
            </a:lvl1pPr>
          </a:lstStyle>
          <a:p>
            <a:r>
              <a:t>03</a:t>
            </a:r>
          </a:p>
        </p:txBody>
      </p:sp>
      <p:sp>
        <p:nvSpPr>
          <p:cNvPr id="192" name="¿Preguntas? Levantar la mano"/>
          <p:cNvSpPr txBox="1"/>
          <p:nvPr/>
        </p:nvSpPr>
        <p:spPr>
          <a:xfrm>
            <a:off x="3255662" y="8213456"/>
            <a:ext cx="6864071" cy="70132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="http://schemas.openxmlformats.org/officeDocument/2006/math" xmlns:a14="http://schemas.microsoft.com/office/drawing/2010/main" xmlns:ma14="http://schemas.microsoft.com/office/mac/drawingml/2011/main" xmlns="" val="1"/>
            </a:ext>
          </a:extLst>
        </p:spPr>
        <p:txBody>
          <a:bodyPr lIns="25400" tIns="25400" rIns="25400" bIns="25400">
            <a:normAutofit/>
          </a:bodyPr>
          <a:lstStyle>
            <a:lvl1pPr marL="457200" indent="-457200">
              <a:spcBef>
                <a:spcPts val="1200"/>
              </a:spcBef>
              <a:defRPr sz="3700">
                <a:solidFill>
                  <a:srgbClr val="143C5E"/>
                </a:solidFill>
                <a:latin typeface="Helvetica Light"/>
                <a:ea typeface="Helvetica Light"/>
                <a:cs typeface="Helvetica Light"/>
                <a:sym typeface="Helvetica Light"/>
              </a:defRPr>
            </a:lvl1pPr>
          </a:lstStyle>
          <a:p>
            <a:r>
              <a:t>¿Preguntas? Levantar la mano</a:t>
            </a:r>
          </a:p>
        </p:txBody>
      </p:sp>
      <p:pic>
        <p:nvPicPr>
          <p:cNvPr id="193" name="Rectangle 154462.jpg" descr="Rectangle 154462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87932" y="5848624"/>
            <a:ext cx="9799998" cy="1453534"/>
          </a:xfrm>
          <a:prstGeom prst="rect">
            <a:avLst/>
          </a:prstGeom>
          <a:ln w="12700">
            <a:miter lim="400000"/>
          </a:ln>
        </p:spPr>
      </p:pic>
      <p:sp>
        <p:nvSpPr>
          <p:cNvPr id="194" name="02"/>
          <p:cNvSpPr txBox="1"/>
          <p:nvPr/>
        </p:nvSpPr>
        <p:spPr>
          <a:xfrm>
            <a:off x="2264959" y="6119681"/>
            <a:ext cx="813032" cy="91142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="http://schemas.openxmlformats.org/officeDocument/2006/math" xmlns:a14="http://schemas.microsoft.com/office/drawing/2010/main" xmlns:ma14="http://schemas.microsoft.com/office/mac/drawingml/2011/main" xmlns="" val="1"/>
            </a:ext>
          </a:extLst>
        </p:spPr>
        <p:txBody>
          <a:bodyPr lIns="25400" tIns="25400" rIns="25400" bIns="25400">
            <a:normAutofit/>
          </a:bodyPr>
          <a:lstStyle>
            <a:lvl1pPr marL="457200" indent="-457200">
              <a:spcBef>
                <a:spcPts val="1200"/>
              </a:spcBef>
              <a:defRPr sz="5200" b="1">
                <a:solidFill>
                  <a:srgbClr val="143C5E"/>
                </a:solidFill>
              </a:defRPr>
            </a:lvl1pPr>
          </a:lstStyle>
          <a:p>
            <a:r>
              <a:t>02</a:t>
            </a:r>
          </a:p>
        </p:txBody>
      </p:sp>
      <p:sp>
        <p:nvSpPr>
          <p:cNvPr id="195" name="Colocar en silencio el micrófono"/>
          <p:cNvSpPr txBox="1"/>
          <p:nvPr/>
        </p:nvSpPr>
        <p:spPr>
          <a:xfrm>
            <a:off x="3278392" y="6224728"/>
            <a:ext cx="7019078" cy="70132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="http://schemas.openxmlformats.org/officeDocument/2006/math" xmlns:a14="http://schemas.microsoft.com/office/drawing/2010/main" xmlns:ma14="http://schemas.microsoft.com/office/mac/drawingml/2011/main" xmlns="" val="1"/>
            </a:ext>
          </a:extLst>
        </p:spPr>
        <p:txBody>
          <a:bodyPr lIns="25400" tIns="25400" rIns="25400" bIns="25400">
            <a:normAutofit/>
          </a:bodyPr>
          <a:lstStyle>
            <a:lvl1pPr marL="457200" indent="-457200">
              <a:spcBef>
                <a:spcPts val="1200"/>
              </a:spcBef>
              <a:defRPr sz="3700">
                <a:solidFill>
                  <a:srgbClr val="143C5E"/>
                </a:solidFill>
                <a:latin typeface="Helvetica Light"/>
                <a:ea typeface="Helvetica Light"/>
                <a:cs typeface="Helvetica Light"/>
                <a:sym typeface="Helvetica Light"/>
              </a:defRPr>
            </a:lvl1pPr>
          </a:lstStyle>
          <a:p>
            <a:r>
              <a:t>Colocar en silencio el micrófono</a:t>
            </a:r>
          </a:p>
        </p:txBody>
      </p:sp>
      <p:pic>
        <p:nvPicPr>
          <p:cNvPr id="196" name="Rectangle 154462.jpg" descr="Rectangle 154462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149897" y="3851426"/>
            <a:ext cx="9799999" cy="1453536"/>
          </a:xfrm>
          <a:prstGeom prst="rect">
            <a:avLst/>
          </a:prstGeom>
          <a:ln w="12700">
            <a:miter lim="400000"/>
          </a:ln>
        </p:spPr>
      </p:pic>
      <p:sp>
        <p:nvSpPr>
          <p:cNvPr id="197" name="04"/>
          <p:cNvSpPr txBox="1"/>
          <p:nvPr/>
        </p:nvSpPr>
        <p:spPr>
          <a:xfrm>
            <a:off x="12526925" y="4122484"/>
            <a:ext cx="813032" cy="91142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="http://schemas.openxmlformats.org/officeDocument/2006/math" xmlns:a14="http://schemas.microsoft.com/office/drawing/2010/main" xmlns:ma14="http://schemas.microsoft.com/office/mac/drawingml/2011/main" xmlns="" val="1"/>
            </a:ext>
          </a:extLst>
        </p:spPr>
        <p:txBody>
          <a:bodyPr lIns="25400" tIns="25400" rIns="25400" bIns="25400">
            <a:normAutofit/>
          </a:bodyPr>
          <a:lstStyle>
            <a:lvl1pPr marL="457200" indent="-457200">
              <a:spcBef>
                <a:spcPts val="1200"/>
              </a:spcBef>
              <a:defRPr sz="5200" b="1">
                <a:solidFill>
                  <a:srgbClr val="143C5E"/>
                </a:solidFill>
              </a:defRPr>
            </a:lvl1pPr>
          </a:lstStyle>
          <a:p>
            <a:r>
              <a:t>04</a:t>
            </a:r>
          </a:p>
        </p:txBody>
      </p:sp>
      <p:sp>
        <p:nvSpPr>
          <p:cNvPr id="198" name="Chat directo"/>
          <p:cNvSpPr txBox="1"/>
          <p:nvPr/>
        </p:nvSpPr>
        <p:spPr>
          <a:xfrm>
            <a:off x="13540357" y="4227531"/>
            <a:ext cx="5963936" cy="70132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="http://schemas.openxmlformats.org/officeDocument/2006/math" xmlns:a14="http://schemas.microsoft.com/office/drawing/2010/main" xmlns:ma14="http://schemas.microsoft.com/office/mac/drawingml/2011/main" xmlns="" val="1"/>
            </a:ext>
          </a:extLst>
        </p:spPr>
        <p:txBody>
          <a:bodyPr lIns="25400" tIns="25400" rIns="25400" bIns="25400">
            <a:normAutofit/>
          </a:bodyPr>
          <a:lstStyle>
            <a:lvl1pPr marL="457200" indent="-457200">
              <a:spcBef>
                <a:spcPts val="1200"/>
              </a:spcBef>
              <a:defRPr sz="3700">
                <a:solidFill>
                  <a:srgbClr val="143C5E"/>
                </a:solidFill>
                <a:latin typeface="Helvetica Light"/>
                <a:ea typeface="Helvetica Light"/>
                <a:cs typeface="Helvetica Light"/>
                <a:sym typeface="Helvetica Light"/>
              </a:defRPr>
            </a:lvl1pPr>
          </a:lstStyle>
          <a:p>
            <a:r>
              <a:t>Chat directo</a:t>
            </a:r>
          </a:p>
        </p:txBody>
      </p:sp>
      <p:pic>
        <p:nvPicPr>
          <p:cNvPr id="199" name="Picture 8" descr="Picture 8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497871" y="6203915"/>
            <a:ext cx="704852" cy="742952"/>
          </a:xfrm>
          <a:prstGeom prst="rect">
            <a:avLst/>
          </a:prstGeom>
          <a:ln w="12700">
            <a:miter lim="400000"/>
          </a:ln>
        </p:spPr>
      </p:pic>
      <p:pic>
        <p:nvPicPr>
          <p:cNvPr id="200" name="Picture 10" descr="Picture 10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450246" y="8192642"/>
            <a:ext cx="800102" cy="742952"/>
          </a:xfrm>
          <a:prstGeom prst="rect">
            <a:avLst/>
          </a:prstGeom>
          <a:ln w="12700">
            <a:miter lim="400000"/>
          </a:ln>
        </p:spPr>
      </p:pic>
      <p:pic>
        <p:nvPicPr>
          <p:cNvPr id="201" name="Rectangle 154462.jpg" descr="Rectangle 154462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149897" y="5848624"/>
            <a:ext cx="9799999" cy="1453534"/>
          </a:xfrm>
          <a:prstGeom prst="rect">
            <a:avLst/>
          </a:prstGeom>
          <a:ln w="12700">
            <a:miter lim="400000"/>
          </a:ln>
        </p:spPr>
      </p:pic>
      <p:sp>
        <p:nvSpPr>
          <p:cNvPr id="202" name="05"/>
          <p:cNvSpPr txBox="1"/>
          <p:nvPr/>
        </p:nvSpPr>
        <p:spPr>
          <a:xfrm>
            <a:off x="12526925" y="6119681"/>
            <a:ext cx="813032" cy="91142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="http://schemas.openxmlformats.org/officeDocument/2006/math" xmlns:a14="http://schemas.microsoft.com/office/drawing/2010/main" xmlns:ma14="http://schemas.microsoft.com/office/mac/drawingml/2011/main" xmlns="" val="1"/>
            </a:ext>
          </a:extLst>
        </p:spPr>
        <p:txBody>
          <a:bodyPr lIns="25400" tIns="25400" rIns="25400" bIns="25400">
            <a:normAutofit/>
          </a:bodyPr>
          <a:lstStyle>
            <a:lvl1pPr marL="457200" indent="-457200">
              <a:spcBef>
                <a:spcPts val="1200"/>
              </a:spcBef>
              <a:defRPr sz="5200" b="1">
                <a:solidFill>
                  <a:srgbClr val="143C5E"/>
                </a:solidFill>
              </a:defRPr>
            </a:lvl1pPr>
          </a:lstStyle>
          <a:p>
            <a:r>
              <a:t>05</a:t>
            </a:r>
          </a:p>
        </p:txBody>
      </p:sp>
      <p:sp>
        <p:nvSpPr>
          <p:cNvPr id="203" name="Visualiza la lista de participantes"/>
          <p:cNvSpPr txBox="1"/>
          <p:nvPr/>
        </p:nvSpPr>
        <p:spPr>
          <a:xfrm>
            <a:off x="13540357" y="6224728"/>
            <a:ext cx="7134602" cy="70132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="http://schemas.openxmlformats.org/officeDocument/2006/math" xmlns:a14="http://schemas.microsoft.com/office/drawing/2010/main" xmlns:ma14="http://schemas.microsoft.com/office/mac/drawingml/2011/main" xmlns="" val="1"/>
            </a:ext>
          </a:extLst>
        </p:spPr>
        <p:txBody>
          <a:bodyPr lIns="25400" tIns="25400" rIns="25400" bIns="25400">
            <a:normAutofit/>
          </a:bodyPr>
          <a:lstStyle>
            <a:lvl1pPr marL="457200" indent="-457200">
              <a:spcBef>
                <a:spcPts val="1200"/>
              </a:spcBef>
              <a:defRPr sz="3700">
                <a:solidFill>
                  <a:srgbClr val="143C5E"/>
                </a:solidFill>
                <a:latin typeface="Helvetica Light"/>
                <a:ea typeface="Helvetica Light"/>
                <a:cs typeface="Helvetica Light"/>
                <a:sym typeface="Helvetica Light"/>
              </a:defRPr>
            </a:lvl1pPr>
          </a:lstStyle>
          <a:p>
            <a:r>
              <a:t>Visualiza la lista de participantes</a:t>
            </a:r>
          </a:p>
        </p:txBody>
      </p:sp>
      <p:pic>
        <p:nvPicPr>
          <p:cNvPr id="204" name="Picture 7" descr="Picture 7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20667917" y="4195423"/>
            <a:ext cx="738416" cy="704852"/>
          </a:xfrm>
          <a:prstGeom prst="rect">
            <a:avLst/>
          </a:prstGeom>
          <a:ln w="12700">
            <a:miter lim="400000"/>
          </a:ln>
        </p:spPr>
      </p:pic>
      <p:pic>
        <p:nvPicPr>
          <p:cNvPr id="205" name="Picture 4" descr="Picture 4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20773758" y="6183181"/>
            <a:ext cx="752535" cy="752534"/>
          </a:xfrm>
          <a:prstGeom prst="rect">
            <a:avLst/>
          </a:prstGeom>
          <a:ln w="12700">
            <a:miter lim="400000"/>
          </a:ln>
        </p:spPr>
      </p:pic>
      <p:pic>
        <p:nvPicPr>
          <p:cNvPr id="206" name="Picture 1" descr="Picture 1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5264454" y="10325652"/>
            <a:ext cx="13598314" cy="1413080"/>
          </a:xfrm>
          <a:prstGeom prst="rect">
            <a:avLst/>
          </a:prstGeom>
          <a:ln w="12700">
            <a:miter lim="400000"/>
          </a:ln>
        </p:spPr>
      </p:pic>
      <p:grpSp>
        <p:nvGrpSpPr>
          <p:cNvPr id="210" name="Flowchart: Connector 17"/>
          <p:cNvGrpSpPr/>
          <p:nvPr/>
        </p:nvGrpSpPr>
        <p:grpSpPr>
          <a:xfrm>
            <a:off x="8105329" y="11524798"/>
            <a:ext cx="948271" cy="948271"/>
            <a:chOff x="0" y="0"/>
            <a:chExt cx="948270" cy="948270"/>
          </a:xfrm>
        </p:grpSpPr>
        <p:sp>
          <p:nvSpPr>
            <p:cNvPr id="208" name="Círculo"/>
            <p:cNvSpPr/>
            <p:nvPr/>
          </p:nvSpPr>
          <p:spPr>
            <a:xfrm>
              <a:off x="0" y="0"/>
              <a:ext cx="948271" cy="948271"/>
            </a:xfrm>
            <a:prstGeom prst="ellipse">
              <a:avLst/>
            </a:prstGeom>
            <a:solidFill>
              <a:srgbClr val="143C5D"/>
            </a:solidFill>
            <a:ln w="12700" cap="flat">
              <a:noFill/>
              <a:miter lim="400000"/>
            </a:ln>
            <a:effectLst/>
          </p:spPr>
          <p:txBody>
            <a:bodyPr wrap="square" lIns="91438" tIns="91438" rIns="91438" bIns="91438" numCol="1" anchor="ctr">
              <a:noAutofit/>
            </a:bodyPr>
            <a:lstStyle/>
            <a:p>
              <a:pPr algn="ctr">
                <a:defRPr>
                  <a:latin typeface="+mn-lt"/>
                  <a:ea typeface="+mn-ea"/>
                  <a:cs typeface="+mn-cs"/>
                  <a:sym typeface="Arial"/>
                </a:defRPr>
              </a:pPr>
              <a:endParaRPr/>
            </a:p>
          </p:txBody>
        </p:sp>
        <p:sp>
          <p:nvSpPr>
            <p:cNvPr id="209" name="1"/>
            <p:cNvSpPr txBox="1"/>
            <p:nvPr/>
          </p:nvSpPr>
          <p:spPr>
            <a:xfrm>
              <a:off x="239834" y="185310"/>
              <a:ext cx="468601" cy="577645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="http://schemas.openxmlformats.org/officeDocument/2006/math" xmlns:a14="http://schemas.microsoft.com/office/drawing/2010/main" xmlns:ma14="http://schemas.microsoft.com/office/mac/drawingml/2011/main" xmlns="" val="1"/>
              </a:ext>
            </a:extLst>
          </p:spPr>
          <p:txBody>
            <a:bodyPr wrap="square" lIns="91438" tIns="91438" rIns="91438" bIns="91438" numCol="1" anchor="ctr">
              <a:spAutoFit/>
            </a:bodyPr>
            <a:lstStyle>
              <a:lvl1pPr algn="ctr">
                <a:defRPr sz="2800">
                  <a:solidFill>
                    <a:srgbClr val="FFFFFF"/>
                  </a:solidFill>
                  <a:latin typeface="+mn-lt"/>
                  <a:ea typeface="+mn-ea"/>
                  <a:cs typeface="+mn-cs"/>
                  <a:sym typeface="Arial"/>
                </a:defRPr>
              </a:lvl1pPr>
            </a:lstStyle>
            <a:p>
              <a:r>
                <a:t>1</a:t>
              </a:r>
            </a:p>
          </p:txBody>
        </p:sp>
      </p:grpSp>
      <p:grpSp>
        <p:nvGrpSpPr>
          <p:cNvPr id="213" name="Flowchart: Connector 17"/>
          <p:cNvGrpSpPr/>
          <p:nvPr/>
        </p:nvGrpSpPr>
        <p:grpSpPr>
          <a:xfrm>
            <a:off x="9554621" y="11524798"/>
            <a:ext cx="948271" cy="948271"/>
            <a:chOff x="0" y="0"/>
            <a:chExt cx="948270" cy="948270"/>
          </a:xfrm>
        </p:grpSpPr>
        <p:sp>
          <p:nvSpPr>
            <p:cNvPr id="211" name="Círculo"/>
            <p:cNvSpPr/>
            <p:nvPr/>
          </p:nvSpPr>
          <p:spPr>
            <a:xfrm>
              <a:off x="0" y="0"/>
              <a:ext cx="948271" cy="948271"/>
            </a:xfrm>
            <a:prstGeom prst="ellipse">
              <a:avLst/>
            </a:prstGeom>
            <a:solidFill>
              <a:srgbClr val="143C5D"/>
            </a:solidFill>
            <a:ln w="12700" cap="flat">
              <a:noFill/>
              <a:miter lim="400000"/>
            </a:ln>
            <a:effectLst/>
          </p:spPr>
          <p:txBody>
            <a:bodyPr wrap="square" lIns="91438" tIns="91438" rIns="91438" bIns="91438" numCol="1" anchor="ctr">
              <a:noAutofit/>
            </a:bodyPr>
            <a:lstStyle/>
            <a:p>
              <a:pPr algn="ctr">
                <a:defRPr>
                  <a:latin typeface="+mn-lt"/>
                  <a:ea typeface="+mn-ea"/>
                  <a:cs typeface="+mn-cs"/>
                  <a:sym typeface="Arial"/>
                </a:defRPr>
              </a:pPr>
              <a:endParaRPr/>
            </a:p>
          </p:txBody>
        </p:sp>
        <p:sp>
          <p:nvSpPr>
            <p:cNvPr id="212" name="2"/>
            <p:cNvSpPr txBox="1"/>
            <p:nvPr/>
          </p:nvSpPr>
          <p:spPr>
            <a:xfrm>
              <a:off x="239834" y="185310"/>
              <a:ext cx="468601" cy="577645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="http://schemas.openxmlformats.org/officeDocument/2006/math" xmlns:a14="http://schemas.microsoft.com/office/drawing/2010/main" xmlns:ma14="http://schemas.microsoft.com/office/mac/drawingml/2011/main" xmlns="" val="1"/>
              </a:ext>
            </a:extLst>
          </p:spPr>
          <p:txBody>
            <a:bodyPr wrap="square" lIns="91438" tIns="91438" rIns="91438" bIns="91438" numCol="1" anchor="ctr">
              <a:spAutoFit/>
            </a:bodyPr>
            <a:lstStyle>
              <a:lvl1pPr algn="ctr">
                <a:defRPr sz="2800">
                  <a:solidFill>
                    <a:srgbClr val="FFFFFF"/>
                  </a:solidFill>
                  <a:latin typeface="+mn-lt"/>
                  <a:ea typeface="+mn-ea"/>
                  <a:cs typeface="+mn-cs"/>
                  <a:sym typeface="Arial"/>
                </a:defRPr>
              </a:lvl1pPr>
            </a:lstStyle>
            <a:p>
              <a:r>
                <a:t>2</a:t>
              </a:r>
            </a:p>
          </p:txBody>
        </p:sp>
      </p:grpSp>
      <p:grpSp>
        <p:nvGrpSpPr>
          <p:cNvPr id="216" name="Flowchart: Connector 17"/>
          <p:cNvGrpSpPr/>
          <p:nvPr/>
        </p:nvGrpSpPr>
        <p:grpSpPr>
          <a:xfrm>
            <a:off x="13512556" y="11524798"/>
            <a:ext cx="948271" cy="948271"/>
            <a:chOff x="0" y="0"/>
            <a:chExt cx="948270" cy="948270"/>
          </a:xfrm>
        </p:grpSpPr>
        <p:sp>
          <p:nvSpPr>
            <p:cNvPr id="214" name="Círculo"/>
            <p:cNvSpPr/>
            <p:nvPr/>
          </p:nvSpPr>
          <p:spPr>
            <a:xfrm>
              <a:off x="0" y="0"/>
              <a:ext cx="948271" cy="948271"/>
            </a:xfrm>
            <a:prstGeom prst="ellipse">
              <a:avLst/>
            </a:prstGeom>
            <a:solidFill>
              <a:srgbClr val="143C5D"/>
            </a:solidFill>
            <a:ln w="12700" cap="flat">
              <a:noFill/>
              <a:miter lim="400000"/>
            </a:ln>
            <a:effectLst/>
          </p:spPr>
          <p:txBody>
            <a:bodyPr wrap="square" lIns="91438" tIns="91438" rIns="91438" bIns="91438" numCol="1" anchor="ctr">
              <a:noAutofit/>
            </a:bodyPr>
            <a:lstStyle/>
            <a:p>
              <a:pPr algn="ctr">
                <a:defRPr>
                  <a:latin typeface="+mn-lt"/>
                  <a:ea typeface="+mn-ea"/>
                  <a:cs typeface="+mn-cs"/>
                  <a:sym typeface="Arial"/>
                </a:defRPr>
              </a:pPr>
              <a:endParaRPr/>
            </a:p>
          </p:txBody>
        </p:sp>
        <p:sp>
          <p:nvSpPr>
            <p:cNvPr id="215" name="3"/>
            <p:cNvSpPr txBox="1"/>
            <p:nvPr/>
          </p:nvSpPr>
          <p:spPr>
            <a:xfrm>
              <a:off x="239834" y="185310"/>
              <a:ext cx="468601" cy="577645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="http://schemas.openxmlformats.org/officeDocument/2006/math" xmlns:a14="http://schemas.microsoft.com/office/drawing/2010/main" xmlns:ma14="http://schemas.microsoft.com/office/mac/drawingml/2011/main" xmlns="" val="1"/>
              </a:ext>
            </a:extLst>
          </p:spPr>
          <p:txBody>
            <a:bodyPr wrap="square" lIns="91438" tIns="91438" rIns="91438" bIns="91438" numCol="1" anchor="ctr">
              <a:spAutoFit/>
            </a:bodyPr>
            <a:lstStyle>
              <a:lvl1pPr algn="ctr">
                <a:defRPr sz="2800">
                  <a:solidFill>
                    <a:srgbClr val="FFFFFF"/>
                  </a:solidFill>
                  <a:latin typeface="+mn-lt"/>
                  <a:ea typeface="+mn-ea"/>
                  <a:cs typeface="+mn-cs"/>
                  <a:sym typeface="Arial"/>
                </a:defRPr>
              </a:lvl1pPr>
            </a:lstStyle>
            <a:p>
              <a:r>
                <a:t>3</a:t>
              </a:r>
            </a:p>
          </p:txBody>
        </p:sp>
      </p:grpSp>
      <p:grpSp>
        <p:nvGrpSpPr>
          <p:cNvPr id="219" name="Flowchart: Connector 17"/>
          <p:cNvGrpSpPr/>
          <p:nvPr/>
        </p:nvGrpSpPr>
        <p:grpSpPr>
          <a:xfrm>
            <a:off x="14982722" y="11524798"/>
            <a:ext cx="948271" cy="948271"/>
            <a:chOff x="0" y="0"/>
            <a:chExt cx="948270" cy="948270"/>
          </a:xfrm>
        </p:grpSpPr>
        <p:sp>
          <p:nvSpPr>
            <p:cNvPr id="217" name="Círculo"/>
            <p:cNvSpPr/>
            <p:nvPr/>
          </p:nvSpPr>
          <p:spPr>
            <a:xfrm>
              <a:off x="0" y="0"/>
              <a:ext cx="948271" cy="948271"/>
            </a:xfrm>
            <a:prstGeom prst="ellipse">
              <a:avLst/>
            </a:prstGeom>
            <a:solidFill>
              <a:srgbClr val="143C5D"/>
            </a:solidFill>
            <a:ln w="12700" cap="flat">
              <a:noFill/>
              <a:miter lim="400000"/>
            </a:ln>
            <a:effectLst/>
          </p:spPr>
          <p:txBody>
            <a:bodyPr wrap="square" lIns="91438" tIns="91438" rIns="91438" bIns="91438" numCol="1" anchor="ctr">
              <a:noAutofit/>
            </a:bodyPr>
            <a:lstStyle/>
            <a:p>
              <a:pPr algn="ctr">
                <a:defRPr>
                  <a:latin typeface="+mn-lt"/>
                  <a:ea typeface="+mn-ea"/>
                  <a:cs typeface="+mn-cs"/>
                  <a:sym typeface="Arial"/>
                </a:defRPr>
              </a:pPr>
              <a:endParaRPr/>
            </a:p>
          </p:txBody>
        </p:sp>
        <p:sp>
          <p:nvSpPr>
            <p:cNvPr id="218" name="4"/>
            <p:cNvSpPr txBox="1"/>
            <p:nvPr/>
          </p:nvSpPr>
          <p:spPr>
            <a:xfrm>
              <a:off x="239834" y="185310"/>
              <a:ext cx="468601" cy="577645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="http://schemas.openxmlformats.org/officeDocument/2006/math" xmlns:a14="http://schemas.microsoft.com/office/drawing/2010/main" xmlns:ma14="http://schemas.microsoft.com/office/mac/drawingml/2011/main" xmlns="" val="1"/>
              </a:ext>
            </a:extLst>
          </p:spPr>
          <p:txBody>
            <a:bodyPr wrap="square" lIns="91438" tIns="91438" rIns="91438" bIns="91438" numCol="1" anchor="ctr">
              <a:spAutoFit/>
            </a:bodyPr>
            <a:lstStyle>
              <a:lvl1pPr algn="ctr">
                <a:defRPr sz="2800">
                  <a:solidFill>
                    <a:srgbClr val="FFFFFF"/>
                  </a:solidFill>
                  <a:latin typeface="+mn-lt"/>
                  <a:ea typeface="+mn-ea"/>
                  <a:cs typeface="+mn-cs"/>
                  <a:sym typeface="Arial"/>
                </a:defRPr>
              </a:lvl1pPr>
            </a:lstStyle>
            <a:p>
              <a:r>
                <a:t>4</a:t>
              </a:r>
            </a:p>
          </p:txBody>
        </p:sp>
      </p:grpSp>
      <p:grpSp>
        <p:nvGrpSpPr>
          <p:cNvPr id="222" name="Flowchart: Connector 17"/>
          <p:cNvGrpSpPr/>
          <p:nvPr/>
        </p:nvGrpSpPr>
        <p:grpSpPr>
          <a:xfrm>
            <a:off x="16403710" y="11524798"/>
            <a:ext cx="948271" cy="948271"/>
            <a:chOff x="0" y="0"/>
            <a:chExt cx="948270" cy="948270"/>
          </a:xfrm>
        </p:grpSpPr>
        <p:sp>
          <p:nvSpPr>
            <p:cNvPr id="220" name="Círculo"/>
            <p:cNvSpPr/>
            <p:nvPr/>
          </p:nvSpPr>
          <p:spPr>
            <a:xfrm>
              <a:off x="0" y="0"/>
              <a:ext cx="948271" cy="948271"/>
            </a:xfrm>
            <a:prstGeom prst="ellipse">
              <a:avLst/>
            </a:prstGeom>
            <a:solidFill>
              <a:srgbClr val="143C5D"/>
            </a:solidFill>
            <a:ln w="12700" cap="flat">
              <a:noFill/>
              <a:miter lim="400000"/>
            </a:ln>
            <a:effectLst/>
          </p:spPr>
          <p:txBody>
            <a:bodyPr wrap="square" lIns="91438" tIns="91438" rIns="91438" bIns="91438" numCol="1" anchor="ctr">
              <a:noAutofit/>
            </a:bodyPr>
            <a:lstStyle/>
            <a:p>
              <a:pPr algn="ctr">
                <a:defRPr>
                  <a:latin typeface="+mn-lt"/>
                  <a:ea typeface="+mn-ea"/>
                  <a:cs typeface="+mn-cs"/>
                  <a:sym typeface="Arial"/>
                </a:defRPr>
              </a:pPr>
              <a:endParaRPr/>
            </a:p>
          </p:txBody>
        </p:sp>
        <p:sp>
          <p:nvSpPr>
            <p:cNvPr id="221" name="5"/>
            <p:cNvSpPr txBox="1"/>
            <p:nvPr/>
          </p:nvSpPr>
          <p:spPr>
            <a:xfrm>
              <a:off x="239834" y="185310"/>
              <a:ext cx="468601" cy="577645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="http://schemas.openxmlformats.org/officeDocument/2006/math" xmlns:a14="http://schemas.microsoft.com/office/drawing/2010/main" xmlns:ma14="http://schemas.microsoft.com/office/mac/drawingml/2011/main" xmlns="" val="1"/>
              </a:ext>
            </a:extLst>
          </p:spPr>
          <p:txBody>
            <a:bodyPr wrap="square" lIns="91438" tIns="91438" rIns="91438" bIns="91438" numCol="1" anchor="ctr">
              <a:spAutoFit/>
            </a:bodyPr>
            <a:lstStyle>
              <a:lvl1pPr algn="ctr">
                <a:defRPr sz="2800">
                  <a:solidFill>
                    <a:srgbClr val="FFFFFF"/>
                  </a:solidFill>
                  <a:latin typeface="+mn-lt"/>
                  <a:ea typeface="+mn-ea"/>
                  <a:cs typeface="+mn-cs"/>
                  <a:sym typeface="Arial"/>
                </a:defRPr>
              </a:lvl1pPr>
            </a:lstStyle>
            <a:p>
              <a:r>
                <a:t>5</a:t>
              </a:r>
            </a:p>
          </p:txBody>
        </p:sp>
      </p:grpSp>
    </p:spTree>
  </p:cSld>
  <p:clrMapOvr>
    <a:masterClrMapping/>
  </p:clrMapOvr>
  <p:transition spd="med"/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192 horas académicas"/>
          <p:cNvSpPr txBox="1"/>
          <p:nvPr/>
        </p:nvSpPr>
        <p:spPr>
          <a:xfrm>
            <a:off x="10747144" y="4907198"/>
            <a:ext cx="8258033" cy="118686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="http://schemas.openxmlformats.org/officeDocument/2006/math" xmlns:a14="http://schemas.microsoft.com/office/drawing/2010/main" xmlns:ma14="http://schemas.microsoft.com/office/mac/drawingml/2011/main" xmlns="" val="1"/>
            </a:ext>
          </a:extLst>
        </p:spPr>
        <p:txBody>
          <a:bodyPr lIns="25400" tIns="25400" rIns="25400" bIns="25400" anchor="t">
            <a:normAutofit/>
          </a:bodyPr>
          <a:lstStyle>
            <a:lvl1pPr marL="457200" indent="-457200" algn="ctr">
              <a:spcBef>
                <a:spcPts val="1200"/>
              </a:spcBef>
              <a:defRPr sz="5700">
                <a:solidFill>
                  <a:srgbClr val="143C5E"/>
                </a:solidFill>
                <a:latin typeface="Helvetica Light"/>
                <a:ea typeface="Helvetica Light"/>
                <a:cs typeface="Helvetica Light"/>
                <a:sym typeface="Helvetica Light"/>
              </a:defRPr>
            </a:lvl1pPr>
          </a:lstStyle>
          <a:p>
            <a:pPr algn="l"/>
            <a:r>
              <a:rPr lang="es-ES"/>
              <a:t>60 </a:t>
            </a:r>
            <a:r>
              <a:rPr lang="es-ES" err="1"/>
              <a:t>hc</a:t>
            </a:r>
            <a:r>
              <a:t> (60 min.)</a:t>
            </a:r>
          </a:p>
        </p:txBody>
      </p:sp>
      <p:sp>
        <p:nvSpPr>
          <p:cNvPr id="136" name="6 meses"/>
          <p:cNvSpPr txBox="1"/>
          <p:nvPr/>
        </p:nvSpPr>
        <p:spPr>
          <a:xfrm>
            <a:off x="10747143" y="6866754"/>
            <a:ext cx="8258033" cy="107998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="http://schemas.openxmlformats.org/officeDocument/2006/math" xmlns:a14="http://schemas.microsoft.com/office/drawing/2010/main" xmlns:ma14="http://schemas.microsoft.com/office/mac/drawingml/2011/main" xmlns="" val="1"/>
            </a:ext>
          </a:extLst>
        </p:spPr>
        <p:txBody>
          <a:bodyPr lIns="25400" tIns="25400" rIns="25400" bIns="25400" anchor="t">
            <a:normAutofit/>
          </a:bodyPr>
          <a:lstStyle>
            <a:lvl1pPr marL="457200" indent="-457200" algn="ctr">
              <a:spcBef>
                <a:spcPts val="1200"/>
              </a:spcBef>
              <a:defRPr sz="5700">
                <a:solidFill>
                  <a:srgbClr val="143C5E"/>
                </a:solidFill>
                <a:latin typeface="Helvetica Light"/>
                <a:ea typeface="Helvetica Light"/>
                <a:cs typeface="Helvetica Light"/>
                <a:sym typeface="Helvetica Light"/>
              </a:defRPr>
            </a:lvl1pPr>
          </a:lstStyle>
          <a:p>
            <a:pPr algn="l"/>
            <a:r>
              <a:rPr lang="es-ES"/>
              <a:t>80 ha</a:t>
            </a:r>
            <a:r>
              <a:t> (45 min.)</a:t>
            </a:r>
          </a:p>
        </p:txBody>
      </p:sp>
      <p:sp>
        <p:nvSpPr>
          <p:cNvPr id="137" name="Línea"/>
          <p:cNvSpPr/>
          <p:nvPr/>
        </p:nvSpPr>
        <p:spPr>
          <a:xfrm>
            <a:off x="9420525" y="6535478"/>
            <a:ext cx="8828339" cy="2"/>
          </a:xfrm>
          <a:prstGeom prst="line">
            <a:avLst/>
          </a:prstGeom>
          <a:ln w="50800">
            <a:solidFill>
              <a:schemeClr val="accent1"/>
            </a:solidFill>
          </a:ln>
        </p:spPr>
        <p:txBody>
          <a:bodyPr lIns="45718" tIns="45718" rIns="45718" bIns="45718"/>
          <a:lstStyle/>
          <a:p>
            <a:endParaRPr/>
          </a:p>
        </p:txBody>
      </p:sp>
      <p:pic>
        <p:nvPicPr>
          <p:cNvPr id="138" name="Asset02 2.png" descr="Asset02 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681644"/>
            <a:ext cx="8470902" cy="10718801"/>
          </a:xfrm>
          <a:prstGeom prst="rect">
            <a:avLst/>
          </a:prstGeom>
          <a:ln w="12700">
            <a:miter lim="400000"/>
          </a:ln>
        </p:spPr>
      </p:pic>
      <p:sp>
        <p:nvSpPr>
          <p:cNvPr id="2" name="Bootcamp de Data">
            <a:extLst>
              <a:ext uri="{FF2B5EF4-FFF2-40B4-BE49-F238E27FC236}">
                <a16:creationId xmlns:a16="http://schemas.microsoft.com/office/drawing/2014/main" id="{30A53B14-96E9-3BE2-ECD2-6BEA24B5E7B0}"/>
              </a:ext>
            </a:extLst>
          </p:cNvPr>
          <p:cNvSpPr txBox="1">
            <a:spLocks/>
          </p:cNvSpPr>
          <p:nvPr/>
        </p:nvSpPr>
        <p:spPr>
          <a:xfrm>
            <a:off x="3706983" y="2356508"/>
            <a:ext cx="18760252" cy="177800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="http://schemas.openxmlformats.org/officeDocument/2006/math" xmlns:a14="http://schemas.microsoft.com/office/drawing/2010/main" xmlns:ma14="http://schemas.microsoft.com/office/mac/drawingml/2011/main" xmlns="" val="1"/>
            </a:ext>
          </a:extLst>
        </p:spPr>
        <p:txBody>
          <a:bodyPr lIns="25400" tIns="25400" rIns="25400" bIns="25400" anchor="ctr">
            <a:normAutofit fontScale="92500"/>
          </a:bodyPr>
          <a:lstStyle>
            <a:lvl1pPr marL="457200" marR="0" indent="-457200" algn="ctr" defTabSz="1828800" rtl="0" latinLnBrk="0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0300" b="1" i="0" u="none" strike="noStrike" cap="none" spc="0" baseline="0">
                <a:solidFill>
                  <a:srgbClr val="143C5E"/>
                </a:solidFill>
                <a:uFillTx/>
                <a:latin typeface="+mj-lt"/>
                <a:ea typeface="+mj-ea"/>
                <a:cs typeface="+mj-cs"/>
                <a:sym typeface="Helvetica"/>
              </a:defRPr>
            </a:lvl1pPr>
            <a:lvl2pPr marL="457200" marR="0" indent="-457200" algn="ctr" defTabSz="1828800" rtl="0" latinLnBrk="0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Tx/>
              <a:buSzTx/>
              <a:buFontTx/>
              <a:buNone/>
              <a:tabLst/>
              <a:defRPr sz="5200" b="1" i="0" u="none" strike="noStrike" cap="none" spc="0" baseline="0"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Arial"/>
              </a:defRPr>
            </a:lvl2pPr>
            <a:lvl3pPr marL="457200" marR="0" indent="-457200" algn="ctr" defTabSz="1828800" rtl="0" latinLnBrk="0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Tx/>
              <a:buSzTx/>
              <a:buFontTx/>
              <a:buNone/>
              <a:tabLst/>
              <a:defRPr sz="5200" b="1" i="0" u="none" strike="noStrike" cap="none" spc="0" baseline="0"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Arial"/>
              </a:defRPr>
            </a:lvl3pPr>
            <a:lvl4pPr marL="457200" marR="0" indent="-457200" algn="ctr" defTabSz="1828800" rtl="0" latinLnBrk="0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Tx/>
              <a:buSzTx/>
              <a:buFontTx/>
              <a:buNone/>
              <a:tabLst/>
              <a:defRPr sz="5200" b="1" i="0" u="none" strike="noStrike" cap="none" spc="0" baseline="0"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Arial"/>
              </a:defRPr>
            </a:lvl4pPr>
            <a:lvl5pPr marL="457200" marR="0" indent="-457200" algn="ctr" defTabSz="1828800" rtl="0" latinLnBrk="0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Tx/>
              <a:buSzTx/>
              <a:buFontTx/>
              <a:buNone/>
              <a:tabLst/>
              <a:defRPr sz="5200" b="1" i="0" u="none" strike="noStrike" cap="none" spc="0" baseline="0"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Arial"/>
              </a:defRPr>
            </a:lvl5pPr>
            <a:lvl6pPr marL="457200" marR="0" indent="0" algn="ctr" defTabSz="1828800" rtl="0" latinLnBrk="0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Tx/>
              <a:buSzTx/>
              <a:buFontTx/>
              <a:buNone/>
              <a:tabLst/>
              <a:defRPr sz="5200" b="1" i="0" u="none" strike="noStrike" cap="none" spc="0" baseline="0"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Arial"/>
              </a:defRPr>
            </a:lvl6pPr>
            <a:lvl7pPr marL="457200" marR="0" indent="0" algn="ctr" defTabSz="1828800" rtl="0" latinLnBrk="0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Tx/>
              <a:buSzTx/>
              <a:buFontTx/>
              <a:buNone/>
              <a:tabLst/>
              <a:defRPr sz="5200" b="1" i="0" u="none" strike="noStrike" cap="none" spc="0" baseline="0"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Arial"/>
              </a:defRPr>
            </a:lvl7pPr>
            <a:lvl8pPr marL="457200" marR="0" indent="0" algn="ctr" defTabSz="1828800" rtl="0" latinLnBrk="0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Tx/>
              <a:buSzTx/>
              <a:buFontTx/>
              <a:buNone/>
              <a:tabLst/>
              <a:defRPr sz="5200" b="1" i="0" u="none" strike="noStrike" cap="none" spc="0" baseline="0"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Arial"/>
              </a:defRPr>
            </a:lvl8pPr>
            <a:lvl9pPr marL="457200" marR="0" indent="0" algn="ctr" defTabSz="1828800" rtl="0" latinLnBrk="0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Tx/>
              <a:buSzTx/>
              <a:buFontTx/>
              <a:buNone/>
              <a:tabLst/>
              <a:defRPr sz="5200" b="1" i="0" u="none" strike="noStrike" cap="none" spc="0" baseline="0"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Arial"/>
              </a:defRPr>
            </a:lvl9pPr>
          </a:lstStyle>
          <a:p>
            <a:pPr algn="r"/>
            <a:r>
              <a:rPr lang="es-ES" sz="6600" b="0">
                <a:solidFill>
                  <a:srgbClr val="0070C0"/>
                </a:solidFill>
                <a:ea typeface="+mj-lt"/>
                <a:cs typeface="+mj-lt"/>
              </a:rPr>
              <a:t>PYTHON FUNDAMENTALS FOR DATA SCIENCE</a:t>
            </a:r>
            <a:endParaRPr lang="en-US"/>
          </a:p>
        </p:txBody>
      </p:sp>
      <p:pic>
        <p:nvPicPr>
          <p:cNvPr id="3" name="Imagen 19" descr="Imagen 19">
            <a:extLst>
              <a:ext uri="{FF2B5EF4-FFF2-40B4-BE49-F238E27FC236}">
                <a16:creationId xmlns:a16="http://schemas.microsoft.com/office/drawing/2014/main" id="{EB7AC49A-C0B9-E664-9EE4-6767B29CEE4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1526292" y="601644"/>
            <a:ext cx="1701450" cy="1080000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p:transition spd="med"/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Bootcamp de Data"/>
          <p:cNvSpPr txBox="1">
            <a:spLocks noGrp="1"/>
          </p:cNvSpPr>
          <p:nvPr>
            <p:ph type="ctrTitle"/>
          </p:nvPr>
        </p:nvSpPr>
        <p:spPr>
          <a:xfrm>
            <a:off x="10685767" y="4560005"/>
            <a:ext cx="9945627" cy="1317927"/>
          </a:xfrm>
          <a:prstGeom prst="rect">
            <a:avLst/>
          </a:prstGeom>
        </p:spPr>
        <p:txBody>
          <a:bodyPr anchor="ctr">
            <a:normAutofit fontScale="90000"/>
          </a:bodyPr>
          <a:lstStyle>
            <a:lvl1pPr>
              <a:defRPr sz="10300">
                <a:solidFill>
                  <a:srgbClr val="143C5E"/>
                </a:solidFill>
                <a:latin typeface="+mj-lt"/>
                <a:ea typeface="+mj-ea"/>
                <a:cs typeface="+mj-cs"/>
                <a:sym typeface="Helvetica"/>
              </a:defRPr>
            </a:lvl1pPr>
          </a:lstStyle>
          <a:p>
            <a:pPr algn="r"/>
            <a:r>
              <a:rPr lang="es-ES" sz="9600" b="0"/>
              <a:t>JORGE ALARCON</a:t>
            </a:r>
          </a:p>
        </p:txBody>
      </p:sp>
      <p:pic>
        <p:nvPicPr>
          <p:cNvPr id="138" name="Asset02 2.png" descr="Asset02 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693389"/>
            <a:ext cx="8470902" cy="10718801"/>
          </a:xfrm>
          <a:prstGeom prst="rect">
            <a:avLst/>
          </a:prstGeom>
          <a:ln w="12700">
            <a:miter lim="400000"/>
          </a:ln>
        </p:spPr>
      </p:pic>
      <p:pic>
        <p:nvPicPr>
          <p:cNvPr id="3" name="Rectangle 154462.jpg" descr="Rectangle 154462.jpg">
            <a:extLst>
              <a:ext uri="{FF2B5EF4-FFF2-40B4-BE49-F238E27FC236}">
                <a16:creationId xmlns:a16="http://schemas.microsoft.com/office/drawing/2014/main" id="{EE9298C0-12B4-9561-5BF9-13E5249607E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80163" y="6202546"/>
            <a:ext cx="7737201" cy="961827"/>
          </a:xfrm>
          <a:prstGeom prst="rect">
            <a:avLst/>
          </a:prstGeom>
          <a:ln w="12700">
            <a:miter lim="400000"/>
          </a:ln>
        </p:spPr>
      </p:pic>
      <p:sp>
        <p:nvSpPr>
          <p:cNvPr id="4" name="pxaalvit@cibertec.edu.pe">
            <a:extLst>
              <a:ext uri="{FF2B5EF4-FFF2-40B4-BE49-F238E27FC236}">
                <a16:creationId xmlns:a16="http://schemas.microsoft.com/office/drawing/2014/main" id="{A13F06F5-BC83-A825-626F-531BEB952922}"/>
              </a:ext>
            </a:extLst>
          </p:cNvPr>
          <p:cNvSpPr txBox="1"/>
          <p:nvPr/>
        </p:nvSpPr>
        <p:spPr>
          <a:xfrm>
            <a:off x="16227535" y="6568377"/>
            <a:ext cx="5842175" cy="70132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25400" tIns="25400" rIns="25400" bIns="25400" anchor="t">
            <a:normAutofit/>
          </a:bodyPr>
          <a:lstStyle/>
          <a:p>
            <a:pPr marL="457200" indent="-457200">
              <a:spcBef>
                <a:spcPts val="1200"/>
              </a:spcBef>
              <a:defRPr sz="3700" b="1">
                <a:solidFill>
                  <a:srgbClr val="153C5D"/>
                </a:solidFill>
              </a:defRPr>
            </a:pPr>
            <a:endParaRPr lang="en-US">
              <a:solidFill>
                <a:srgbClr val="153C5D"/>
              </a:solidFill>
            </a:endParaRPr>
          </a:p>
        </p:txBody>
      </p:sp>
      <p:sp>
        <p:nvSpPr>
          <p:cNvPr id="2" name="CuadroTexto 1">
            <a:extLst>
              <a:ext uri="{FF2B5EF4-FFF2-40B4-BE49-F238E27FC236}">
                <a16:creationId xmlns:a16="http://schemas.microsoft.com/office/drawing/2014/main" id="{701F6A14-7BD5-C91F-3C28-2EEAC0138DC6}"/>
              </a:ext>
            </a:extLst>
          </p:cNvPr>
          <p:cNvSpPr txBox="1"/>
          <p:nvPr/>
        </p:nvSpPr>
        <p:spPr>
          <a:xfrm>
            <a:off x="12638244" y="6311206"/>
            <a:ext cx="7736096" cy="738660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91438" tIns="91438" rIns="91438" bIns="91438" numCol="1" spcCol="3810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marL="0" marR="0" indent="0" algn="r" defTabSz="1828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r>
              <a:rPr lang="en-US">
                <a:ea typeface="+mj-lt"/>
                <a:cs typeface="+mj-lt"/>
              </a:rPr>
              <a:t>pxjalarc@cibertec.edu.pe</a:t>
            </a:r>
          </a:p>
        </p:txBody>
      </p:sp>
      <p:pic>
        <p:nvPicPr>
          <p:cNvPr id="5" name="Imagen 19" descr="Imagen 19">
            <a:extLst>
              <a:ext uri="{FF2B5EF4-FFF2-40B4-BE49-F238E27FC236}">
                <a16:creationId xmlns:a16="http://schemas.microsoft.com/office/drawing/2014/main" id="{0FA0BB95-6B67-68EF-E581-73D1F6104AA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1526292" y="601644"/>
            <a:ext cx="1701450" cy="1080000"/>
          </a:xfrm>
          <a:prstGeom prst="rect">
            <a:avLst/>
          </a:prstGeom>
          <a:ln w="12700">
            <a:miter lim="400000"/>
          </a:ln>
        </p:spPr>
      </p:pic>
      <p:pic>
        <p:nvPicPr>
          <p:cNvPr id="7" name="Rectangle 154462.jpg" descr="Rectangle 154462.jpg">
            <a:extLst>
              <a:ext uri="{FF2B5EF4-FFF2-40B4-BE49-F238E27FC236}">
                <a16:creationId xmlns:a16="http://schemas.microsoft.com/office/drawing/2014/main" id="{78CC9327-DFC6-96DE-5881-1A1F2D99A77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80163" y="7523949"/>
            <a:ext cx="7737201" cy="961827"/>
          </a:xfrm>
          <a:prstGeom prst="rect">
            <a:avLst/>
          </a:prstGeom>
          <a:ln w="12700">
            <a:miter lim="400000"/>
          </a:ln>
        </p:spPr>
      </p:pic>
    </p:spTree>
    <p:extLst>
      <p:ext uri="{BB962C8B-B14F-4D97-AF65-F5344CB8AC3E}">
        <p14:creationId xmlns:p14="http://schemas.microsoft.com/office/powerpoint/2010/main" val="2911147049"/>
      </p:ext>
    </p:extLst>
  </p:cSld>
  <p:clrMapOvr>
    <a:masterClrMapping/>
  </p:clrMapOvr>
  <p:transition spd="med"/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4" name="Rectángulo"/>
          <p:cNvSpPr/>
          <p:nvPr/>
        </p:nvSpPr>
        <p:spPr>
          <a:xfrm>
            <a:off x="0" y="0"/>
            <a:ext cx="24384000" cy="12827726"/>
          </a:xfrm>
          <a:prstGeom prst="rect">
            <a:avLst/>
          </a:prstGeom>
          <a:solidFill>
            <a:srgbClr val="0D2C42"/>
          </a:solidFill>
          <a:ln w="12700">
            <a:miter lim="400000"/>
          </a:ln>
        </p:spPr>
        <p:txBody>
          <a:bodyPr lIns="91438" tIns="91438" rIns="91438" bIns="91438"/>
          <a:lstStyle/>
          <a:p>
            <a:pPr>
              <a:defRPr>
                <a:latin typeface="+mn-lt"/>
                <a:ea typeface="+mn-ea"/>
                <a:cs typeface="+mn-cs"/>
                <a:sym typeface="Arial"/>
              </a:defRPr>
            </a:pPr>
            <a:endParaRPr/>
          </a:p>
        </p:txBody>
      </p:sp>
      <p:pic>
        <p:nvPicPr>
          <p:cNvPr id="225" name="Asset02 2.png" descr="Asset02 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2" y="1277645"/>
            <a:ext cx="8470902" cy="10718801"/>
          </a:xfrm>
          <a:prstGeom prst="rect">
            <a:avLst/>
          </a:prstGeom>
          <a:ln w="12700">
            <a:miter lim="400000"/>
          </a:ln>
        </p:spPr>
      </p:pic>
      <p:pic>
        <p:nvPicPr>
          <p:cNvPr id="226" name="Group 82512.png" descr="Group 82512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733250" y="2348630"/>
            <a:ext cx="5639863" cy="3052582"/>
          </a:xfrm>
          <a:prstGeom prst="rect">
            <a:avLst/>
          </a:prstGeom>
          <a:ln w="12700">
            <a:miter lim="400000"/>
          </a:ln>
        </p:spPr>
      </p:pic>
      <p:sp>
        <p:nvSpPr>
          <p:cNvPr id="227" name="Sobre ustedes"/>
          <p:cNvSpPr txBox="1">
            <a:spLocks noGrp="1"/>
          </p:cNvSpPr>
          <p:nvPr>
            <p:ph type="ctrTitle"/>
          </p:nvPr>
        </p:nvSpPr>
        <p:spPr>
          <a:xfrm>
            <a:off x="9386814" y="3061319"/>
            <a:ext cx="5610369" cy="1109866"/>
          </a:xfrm>
          <a:prstGeom prst="rect">
            <a:avLst/>
          </a:prstGeom>
        </p:spPr>
        <p:txBody>
          <a:bodyPr/>
          <a:lstStyle>
            <a:lvl1pPr algn="l">
              <a:defRPr sz="6300">
                <a:solidFill>
                  <a:srgbClr val="FFFFFF"/>
                </a:solidFill>
                <a:latin typeface="+mj-lt"/>
                <a:ea typeface="+mj-ea"/>
                <a:cs typeface="+mj-cs"/>
                <a:sym typeface="Helvetica"/>
              </a:defRPr>
            </a:lvl1pPr>
          </a:lstStyle>
          <a:p>
            <a:r>
              <a:rPr lang="es-PE"/>
              <a:t>Sobre ustedes</a:t>
            </a:r>
          </a:p>
        </p:txBody>
      </p:sp>
      <p:pic>
        <p:nvPicPr>
          <p:cNvPr id="228" name="Rectangle 154462.png" descr="Rectangle 154462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61051" y="4842252"/>
            <a:ext cx="8261900" cy="1225405"/>
          </a:xfrm>
          <a:prstGeom prst="rect">
            <a:avLst/>
          </a:prstGeom>
          <a:ln w="12700">
            <a:miter lim="400000"/>
          </a:ln>
        </p:spPr>
      </p:pic>
      <p:sp>
        <p:nvSpPr>
          <p:cNvPr id="229" name="Nombre del alumno"/>
          <p:cNvSpPr txBox="1"/>
          <p:nvPr/>
        </p:nvSpPr>
        <p:spPr>
          <a:xfrm>
            <a:off x="9533508" y="5104291"/>
            <a:ext cx="6089669" cy="70132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="http://schemas.openxmlformats.org/officeDocument/2006/math" xmlns:a14="http://schemas.microsoft.com/office/drawing/2010/main" xmlns:ma14="http://schemas.microsoft.com/office/mac/drawingml/2011/main" xmlns="" val="1"/>
            </a:ext>
          </a:extLst>
        </p:spPr>
        <p:txBody>
          <a:bodyPr lIns="25400" tIns="25400" rIns="25400" bIns="25400" anchor="t">
            <a:noAutofit/>
          </a:bodyPr>
          <a:lstStyle>
            <a:lvl1pPr marL="457200" indent="-457200">
              <a:spcBef>
                <a:spcPts val="1200"/>
              </a:spcBef>
              <a:defRPr sz="3700">
                <a:solidFill>
                  <a:srgbClr val="143C5E"/>
                </a:solidFill>
                <a:latin typeface="Helvetica Light"/>
                <a:ea typeface="Helvetica Light"/>
                <a:cs typeface="Helvetica Light"/>
                <a:sym typeface="Helvetica Light"/>
              </a:defRPr>
            </a:lvl1pPr>
          </a:lstStyle>
          <a:p>
            <a:pPr>
              <a:lnSpc>
                <a:spcPct val="120000"/>
              </a:lnSpc>
            </a:pPr>
            <a:r>
              <a:rPr lang="es-PE"/>
              <a:t>Nombre y edad del alumno</a:t>
            </a:r>
          </a:p>
        </p:txBody>
      </p:sp>
      <p:pic>
        <p:nvPicPr>
          <p:cNvPr id="230" name="Rectangle 154462.png" descr="Rectangle 154462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61049" y="6480056"/>
            <a:ext cx="8261900" cy="1225404"/>
          </a:xfrm>
          <a:prstGeom prst="rect">
            <a:avLst/>
          </a:prstGeom>
          <a:ln w="12700">
            <a:miter lim="400000"/>
          </a:ln>
        </p:spPr>
      </p:pic>
      <p:sp>
        <p:nvSpPr>
          <p:cNvPr id="231" name="Experiencia laboral"/>
          <p:cNvSpPr txBox="1"/>
          <p:nvPr/>
        </p:nvSpPr>
        <p:spPr>
          <a:xfrm>
            <a:off x="9489470" y="6742096"/>
            <a:ext cx="4566687" cy="70132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="http://schemas.openxmlformats.org/officeDocument/2006/math" xmlns:a14="http://schemas.microsoft.com/office/drawing/2010/main" xmlns:ma14="http://schemas.microsoft.com/office/mac/drawingml/2011/main" xmlns="" val="1"/>
            </a:ext>
          </a:extLst>
        </p:spPr>
        <p:txBody>
          <a:bodyPr lIns="25400" tIns="25400" rIns="25400" bIns="25400">
            <a:normAutofit/>
          </a:bodyPr>
          <a:lstStyle>
            <a:lvl1pPr marL="457200" indent="-457200">
              <a:spcBef>
                <a:spcPts val="1200"/>
              </a:spcBef>
              <a:defRPr sz="3700">
                <a:solidFill>
                  <a:srgbClr val="143C5E"/>
                </a:solidFill>
                <a:latin typeface="Helvetica Light"/>
                <a:ea typeface="Helvetica Light"/>
                <a:cs typeface="Helvetica Light"/>
                <a:sym typeface="Helvetica Light"/>
              </a:defRPr>
            </a:lvl1pPr>
          </a:lstStyle>
          <a:p>
            <a:r>
              <a:rPr lang="es-PE"/>
              <a:t>Experiencia</a:t>
            </a:r>
            <a:r>
              <a:t> </a:t>
            </a:r>
            <a:r>
              <a:rPr lang="es-PE"/>
              <a:t>laboral</a:t>
            </a:r>
          </a:p>
        </p:txBody>
      </p:sp>
      <p:pic>
        <p:nvPicPr>
          <p:cNvPr id="232" name="Rectangle 154462.png" descr="Rectangle 154462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61049" y="8117858"/>
            <a:ext cx="8261900" cy="1225405"/>
          </a:xfrm>
          <a:prstGeom prst="rect">
            <a:avLst/>
          </a:prstGeom>
          <a:ln w="12700">
            <a:miter lim="400000"/>
          </a:ln>
        </p:spPr>
      </p:pic>
      <p:sp>
        <p:nvSpPr>
          <p:cNvPr id="233" name="Expectativas del curso"/>
          <p:cNvSpPr txBox="1"/>
          <p:nvPr/>
        </p:nvSpPr>
        <p:spPr>
          <a:xfrm>
            <a:off x="9489470" y="8379899"/>
            <a:ext cx="5227261" cy="70132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="http://schemas.openxmlformats.org/officeDocument/2006/math" xmlns:a14="http://schemas.microsoft.com/office/drawing/2010/main" xmlns:ma14="http://schemas.microsoft.com/office/mac/drawingml/2011/main" xmlns="" val="1"/>
            </a:ext>
          </a:extLst>
        </p:spPr>
        <p:txBody>
          <a:bodyPr lIns="25400" tIns="25400" rIns="25400" bIns="25400">
            <a:normAutofit/>
          </a:bodyPr>
          <a:lstStyle>
            <a:lvl1pPr marL="457200" indent="-457200">
              <a:spcBef>
                <a:spcPts val="1200"/>
              </a:spcBef>
              <a:defRPr sz="3700">
                <a:solidFill>
                  <a:srgbClr val="143C5E"/>
                </a:solidFill>
                <a:latin typeface="Helvetica Light"/>
                <a:ea typeface="Helvetica Light"/>
                <a:cs typeface="Helvetica Light"/>
                <a:sym typeface="Helvetica Light"/>
              </a:defRPr>
            </a:lvl1pPr>
          </a:lstStyle>
          <a:p>
            <a:r>
              <a:t>Expectativas del curso</a:t>
            </a:r>
          </a:p>
        </p:txBody>
      </p:sp>
      <p:sp>
        <p:nvSpPr>
          <p:cNvPr id="234" name="01"/>
          <p:cNvSpPr txBox="1"/>
          <p:nvPr/>
        </p:nvSpPr>
        <p:spPr>
          <a:xfrm>
            <a:off x="8363542" y="4999244"/>
            <a:ext cx="813035" cy="91142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="http://schemas.openxmlformats.org/officeDocument/2006/math" xmlns:a14="http://schemas.microsoft.com/office/drawing/2010/main" xmlns:ma14="http://schemas.microsoft.com/office/mac/drawingml/2011/main" xmlns="" val="1"/>
            </a:ext>
          </a:extLst>
        </p:spPr>
        <p:txBody>
          <a:bodyPr lIns="25400" tIns="25400" rIns="25400" bIns="25400">
            <a:normAutofit/>
          </a:bodyPr>
          <a:lstStyle>
            <a:lvl1pPr marL="457200" indent="-457200">
              <a:spcBef>
                <a:spcPts val="1200"/>
              </a:spcBef>
              <a:defRPr sz="5200" b="1">
                <a:solidFill>
                  <a:srgbClr val="143C5E"/>
                </a:solidFill>
              </a:defRPr>
            </a:lvl1pPr>
          </a:lstStyle>
          <a:p>
            <a:r>
              <a:t>01</a:t>
            </a:r>
          </a:p>
        </p:txBody>
      </p:sp>
      <p:sp>
        <p:nvSpPr>
          <p:cNvPr id="235" name="02"/>
          <p:cNvSpPr txBox="1"/>
          <p:nvPr/>
        </p:nvSpPr>
        <p:spPr>
          <a:xfrm>
            <a:off x="8363542" y="6637046"/>
            <a:ext cx="813035" cy="91142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="http://schemas.openxmlformats.org/officeDocument/2006/math" xmlns:a14="http://schemas.microsoft.com/office/drawing/2010/main" xmlns:ma14="http://schemas.microsoft.com/office/mac/drawingml/2011/main" xmlns="" val="1"/>
            </a:ext>
          </a:extLst>
        </p:spPr>
        <p:txBody>
          <a:bodyPr lIns="25400" tIns="25400" rIns="25400" bIns="25400">
            <a:normAutofit/>
          </a:bodyPr>
          <a:lstStyle>
            <a:lvl1pPr marL="457200" indent="-457200">
              <a:spcBef>
                <a:spcPts val="1200"/>
              </a:spcBef>
              <a:defRPr sz="5200" b="1">
                <a:solidFill>
                  <a:srgbClr val="143C5E"/>
                </a:solidFill>
              </a:defRPr>
            </a:lvl1pPr>
          </a:lstStyle>
          <a:p>
            <a:r>
              <a:t>02</a:t>
            </a:r>
          </a:p>
        </p:txBody>
      </p:sp>
      <p:sp>
        <p:nvSpPr>
          <p:cNvPr id="236" name="03"/>
          <p:cNvSpPr txBox="1"/>
          <p:nvPr/>
        </p:nvSpPr>
        <p:spPr>
          <a:xfrm>
            <a:off x="8363542" y="8274849"/>
            <a:ext cx="813035" cy="91142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="http://schemas.openxmlformats.org/officeDocument/2006/math" xmlns:a14="http://schemas.microsoft.com/office/drawing/2010/main" xmlns:ma14="http://schemas.microsoft.com/office/mac/drawingml/2011/main" xmlns="" val="1"/>
            </a:ext>
          </a:extLst>
        </p:spPr>
        <p:txBody>
          <a:bodyPr lIns="25400" tIns="25400" rIns="25400" bIns="25400">
            <a:normAutofit/>
          </a:bodyPr>
          <a:lstStyle>
            <a:lvl1pPr marL="457200" indent="-457200">
              <a:spcBef>
                <a:spcPts val="1200"/>
              </a:spcBef>
              <a:defRPr sz="5200" b="1">
                <a:solidFill>
                  <a:srgbClr val="143C5E"/>
                </a:solidFill>
              </a:defRPr>
            </a:lvl1pPr>
          </a:lstStyle>
          <a:p>
            <a:r>
              <a:t>03</a:t>
            </a:r>
          </a:p>
        </p:txBody>
      </p:sp>
    </p:spTree>
  </p:cSld>
  <p:clrMapOvr>
    <a:masterClrMapping/>
  </p:clrMapOvr>
  <p:transition spd="med"/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3" name="Bootcamp de Data"/>
          <p:cNvSpPr txBox="1">
            <a:spLocks noGrp="1"/>
          </p:cNvSpPr>
          <p:nvPr>
            <p:ph type="ctrTitle"/>
          </p:nvPr>
        </p:nvSpPr>
        <p:spPr>
          <a:xfrm>
            <a:off x="5026605" y="3963259"/>
            <a:ext cx="14330786" cy="1778002"/>
          </a:xfrm>
          <a:prstGeom prst="rect">
            <a:avLst/>
          </a:prstGeom>
        </p:spPr>
        <p:txBody>
          <a:bodyPr anchor="ctr">
            <a:normAutofit fontScale="90000"/>
          </a:bodyPr>
          <a:lstStyle>
            <a:lvl1pPr>
              <a:defRPr sz="10300">
                <a:solidFill>
                  <a:srgbClr val="143C5E"/>
                </a:solidFill>
                <a:latin typeface="+mj-lt"/>
                <a:ea typeface="+mj-ea"/>
                <a:cs typeface="+mj-cs"/>
                <a:sym typeface="Helvetica"/>
              </a:defRPr>
            </a:lvl1pPr>
          </a:lstStyle>
          <a:p>
            <a:r>
              <a:rPr lang="es-ES"/>
              <a:t>Revisión del Contenido</a:t>
            </a:r>
            <a:endParaRPr/>
          </a:p>
        </p:txBody>
      </p:sp>
      <p:sp>
        <p:nvSpPr>
          <p:cNvPr id="176" name="Concepto de valor al estudiante"/>
          <p:cNvSpPr txBox="1"/>
          <p:nvPr/>
        </p:nvSpPr>
        <p:spPr>
          <a:xfrm>
            <a:off x="7985479" y="6402289"/>
            <a:ext cx="8620689" cy="250779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="http://schemas.openxmlformats.org/officeDocument/2006/math" xmlns:a14="http://schemas.microsoft.com/office/drawing/2010/main" xmlns:ma14="http://schemas.microsoft.com/office/mac/drawingml/2011/main" xmlns="" val="1"/>
            </a:ext>
          </a:extLst>
        </p:spPr>
        <p:txBody>
          <a:bodyPr lIns="25400" tIns="25400" rIns="25400" bIns="25400" anchor="ctr">
            <a:normAutofit/>
          </a:bodyPr>
          <a:lstStyle>
            <a:lvl1pPr marL="365759" indent="-365759" algn="ctr" defTabSz="1463039">
              <a:spcBef>
                <a:spcPts val="900"/>
              </a:spcBef>
              <a:defRPr sz="4500">
                <a:solidFill>
                  <a:srgbClr val="143C5E"/>
                </a:solidFill>
                <a:latin typeface="Helvetica Light"/>
                <a:ea typeface="Helvetica Light"/>
                <a:cs typeface="Helvetica Light"/>
                <a:sym typeface="Helvetica Light"/>
              </a:defRPr>
            </a:lvl1pPr>
          </a:lstStyle>
          <a:p>
            <a:pPr marL="685800" indent="-685800" algn="l">
              <a:buFont typeface="Arial" panose="020B0604020202020204" pitchFamily="34" charset="0"/>
              <a:buChar char="•"/>
            </a:pPr>
            <a:r>
              <a:rPr lang="es-PE"/>
              <a:t>Revisión general del sílabo</a:t>
            </a:r>
          </a:p>
          <a:p>
            <a:pPr marL="685800" indent="-685800" algn="l">
              <a:buFont typeface="Arial" panose="020B0604020202020204" pitchFamily="34" charset="0"/>
              <a:buChar char="•"/>
            </a:pPr>
            <a:r>
              <a:rPr lang="es-PE"/>
              <a:t>Fórmula del curso.</a:t>
            </a:r>
          </a:p>
          <a:p>
            <a:pPr marL="685800" indent="-685800" algn="l">
              <a:buFont typeface="Arial" panose="020B0604020202020204" pitchFamily="34" charset="0"/>
              <a:buChar char="•"/>
            </a:pPr>
            <a:r>
              <a:rPr lang="es-PE"/>
              <a:t>Todas las clases son grabadas</a:t>
            </a:r>
          </a:p>
          <a:p>
            <a:pPr marL="685800" indent="-685800" algn="l">
              <a:buFont typeface="Arial" panose="020B0604020202020204" pitchFamily="34" charset="0"/>
              <a:buChar char="•"/>
            </a:pPr>
            <a:endParaRPr lang="es-PE"/>
          </a:p>
        </p:txBody>
      </p:sp>
      <p:sp>
        <p:nvSpPr>
          <p:cNvPr id="177" name="Línea"/>
          <p:cNvSpPr/>
          <p:nvPr/>
        </p:nvSpPr>
        <p:spPr>
          <a:xfrm>
            <a:off x="7777829" y="6071772"/>
            <a:ext cx="8828339" cy="2"/>
          </a:xfrm>
          <a:prstGeom prst="line">
            <a:avLst/>
          </a:prstGeom>
          <a:ln w="50800">
            <a:solidFill>
              <a:schemeClr val="accent1"/>
            </a:solidFill>
          </a:ln>
        </p:spPr>
        <p:txBody>
          <a:bodyPr lIns="45718" tIns="45718" rIns="45718" bIns="45718"/>
          <a:lstStyle/>
          <a:p>
            <a:endParaRPr/>
          </a:p>
        </p:txBody>
      </p:sp>
      <p:pic>
        <p:nvPicPr>
          <p:cNvPr id="178" name="Asset02 2.png" descr="Asset02 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3211551" y="1697848"/>
            <a:ext cx="8470902" cy="10718801"/>
          </a:xfrm>
          <a:prstGeom prst="rect">
            <a:avLst/>
          </a:prstGeom>
          <a:ln w="12700">
            <a:miter lim="400000"/>
          </a:ln>
        </p:spPr>
      </p:pic>
      <p:pic>
        <p:nvPicPr>
          <p:cNvPr id="3" name="Imagen 19" descr="Imagen 19">
            <a:extLst>
              <a:ext uri="{FF2B5EF4-FFF2-40B4-BE49-F238E27FC236}">
                <a16:creationId xmlns:a16="http://schemas.microsoft.com/office/drawing/2014/main" id="{CD339CB0-B1E1-E1B3-26F8-07F55AA8E80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1526292" y="601644"/>
            <a:ext cx="1701450" cy="1080000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p:transition spd="med"/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ángulo">
            <a:extLst>
              <a:ext uri="{FF2B5EF4-FFF2-40B4-BE49-F238E27FC236}">
                <a16:creationId xmlns:a16="http://schemas.microsoft.com/office/drawing/2014/main" id="{62FA3B2D-BAF7-FB75-BE52-8079A170395D}"/>
              </a:ext>
            </a:extLst>
          </p:cNvPr>
          <p:cNvSpPr/>
          <p:nvPr/>
        </p:nvSpPr>
        <p:spPr>
          <a:xfrm>
            <a:off x="0" y="0"/>
            <a:ext cx="24384000" cy="12827726"/>
          </a:xfrm>
          <a:prstGeom prst="rect">
            <a:avLst/>
          </a:prstGeom>
          <a:solidFill>
            <a:srgbClr val="0D2C42"/>
          </a:solidFill>
          <a:ln w="12700">
            <a:miter lim="400000"/>
          </a:ln>
        </p:spPr>
        <p:txBody>
          <a:bodyPr lIns="91438" tIns="91438" rIns="91438" bIns="91438"/>
          <a:lstStyle/>
          <a:p>
            <a:pPr>
              <a:defRPr>
                <a:latin typeface="+mn-lt"/>
                <a:ea typeface="+mn-ea"/>
                <a:cs typeface="+mn-cs"/>
                <a:sym typeface="Arial"/>
              </a:defRPr>
            </a:pPr>
            <a:endParaRPr/>
          </a:p>
        </p:txBody>
      </p:sp>
      <p:pic>
        <p:nvPicPr>
          <p:cNvPr id="239" name="Asset02 2.png" descr="Asset02 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2524939" y="1498600"/>
            <a:ext cx="8470901" cy="10718800"/>
          </a:xfrm>
          <a:prstGeom prst="rect">
            <a:avLst/>
          </a:prstGeom>
          <a:ln w="12700">
            <a:miter lim="400000"/>
          </a:ln>
        </p:spPr>
      </p:pic>
      <p:sp>
        <p:nvSpPr>
          <p:cNvPr id="240" name="Nuestras normas"/>
          <p:cNvSpPr txBox="1">
            <a:spLocks noGrp="1"/>
          </p:cNvSpPr>
          <p:nvPr>
            <p:ph type="ctrTitle"/>
          </p:nvPr>
        </p:nvSpPr>
        <p:spPr>
          <a:xfrm>
            <a:off x="8586202" y="906452"/>
            <a:ext cx="7465597" cy="1109866"/>
          </a:xfrm>
          <a:prstGeom prst="rect">
            <a:avLst/>
          </a:prstGeom>
        </p:spPr>
        <p:txBody>
          <a:bodyPr/>
          <a:lstStyle>
            <a:lvl1pPr>
              <a:defRPr sz="6300">
                <a:solidFill>
                  <a:srgbClr val="FFFFFF"/>
                </a:solidFill>
                <a:latin typeface="+mj-lt"/>
                <a:ea typeface="+mj-ea"/>
                <a:cs typeface="+mj-cs"/>
                <a:sym typeface="Helvetica"/>
              </a:defRPr>
            </a:lvl1pPr>
          </a:lstStyle>
          <a:p>
            <a:r>
              <a:rPr lang="en-US" noProof="1"/>
              <a:t>Nuestras normas</a:t>
            </a:r>
          </a:p>
        </p:txBody>
      </p:sp>
      <p:grpSp>
        <p:nvGrpSpPr>
          <p:cNvPr id="243" name="Grupo"/>
          <p:cNvGrpSpPr/>
          <p:nvPr/>
        </p:nvGrpSpPr>
        <p:grpSpPr>
          <a:xfrm>
            <a:off x="4870882" y="2456987"/>
            <a:ext cx="14642236" cy="1225407"/>
            <a:chOff x="0" y="-1"/>
            <a:chExt cx="14642234" cy="1225406"/>
          </a:xfrm>
        </p:grpSpPr>
        <p:pic>
          <p:nvPicPr>
            <p:cNvPr id="241" name="Rectangle 154462.png" descr="Rectangle 154462.png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0" y="-1"/>
              <a:ext cx="8261900" cy="1225407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pic>
          <p:nvPicPr>
            <p:cNvPr id="242" name="Rectangle 154462.png" descr="Rectangle 154462.png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6380334" y="-2"/>
              <a:ext cx="8261901" cy="1225407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</p:grpSp>
      <p:sp>
        <p:nvSpPr>
          <p:cNvPr id="244" name="Debes asistir al 70% de sesiones programas para el curso"/>
          <p:cNvSpPr txBox="1"/>
          <p:nvPr/>
        </p:nvSpPr>
        <p:spPr>
          <a:xfrm>
            <a:off x="6180707" y="2719028"/>
            <a:ext cx="12456242" cy="70132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="http://schemas.openxmlformats.org/officeDocument/2006/math" xmlns:a14="http://schemas.microsoft.com/office/drawing/2010/main" xmlns:ma14="http://schemas.microsoft.com/office/mac/drawingml/2011/main" xmlns="" val="1"/>
            </a:ext>
          </a:extLst>
        </p:spPr>
        <p:txBody>
          <a:bodyPr lIns="25400" tIns="25400" rIns="25400" bIns="25400">
            <a:normAutofit/>
          </a:bodyPr>
          <a:lstStyle>
            <a:lvl1pPr marL="457200" indent="-457200">
              <a:spcBef>
                <a:spcPts val="1200"/>
              </a:spcBef>
              <a:defRPr sz="3700">
                <a:solidFill>
                  <a:srgbClr val="143C5E"/>
                </a:solidFill>
                <a:latin typeface="Helvetica Light"/>
                <a:ea typeface="Helvetica Light"/>
                <a:cs typeface="Helvetica Light"/>
                <a:sym typeface="Helvetica Light"/>
              </a:defRPr>
            </a:lvl1pPr>
          </a:lstStyle>
          <a:p>
            <a:r>
              <a:rPr lang="es-ES"/>
              <a:t>A</a:t>
            </a:r>
            <a:r>
              <a:rPr lang="en-US" noProof="1"/>
              <a:t>sistir 70% de horas programas del curso</a:t>
            </a:r>
          </a:p>
        </p:txBody>
      </p:sp>
      <p:sp>
        <p:nvSpPr>
          <p:cNvPr id="245" name="01"/>
          <p:cNvSpPr txBox="1"/>
          <p:nvPr/>
        </p:nvSpPr>
        <p:spPr>
          <a:xfrm>
            <a:off x="5209737" y="2613980"/>
            <a:ext cx="813032" cy="91142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="http://schemas.openxmlformats.org/officeDocument/2006/math" xmlns:a14="http://schemas.microsoft.com/office/drawing/2010/main" xmlns:ma14="http://schemas.microsoft.com/office/mac/drawingml/2011/main" xmlns="" val="1"/>
            </a:ext>
          </a:extLst>
        </p:spPr>
        <p:txBody>
          <a:bodyPr lIns="25400" tIns="25400" rIns="25400" bIns="25400">
            <a:normAutofit/>
          </a:bodyPr>
          <a:lstStyle>
            <a:lvl1pPr marL="457200" indent="-457200">
              <a:spcBef>
                <a:spcPts val="1200"/>
              </a:spcBef>
              <a:defRPr sz="5200" b="1">
                <a:solidFill>
                  <a:srgbClr val="143C5E"/>
                </a:solidFill>
              </a:defRPr>
            </a:lvl1pPr>
          </a:lstStyle>
          <a:p>
            <a:r>
              <a:t>01</a:t>
            </a:r>
          </a:p>
        </p:txBody>
      </p:sp>
      <p:grpSp>
        <p:nvGrpSpPr>
          <p:cNvPr id="248" name="Grupo"/>
          <p:cNvGrpSpPr/>
          <p:nvPr/>
        </p:nvGrpSpPr>
        <p:grpSpPr>
          <a:xfrm>
            <a:off x="4870882" y="4081287"/>
            <a:ext cx="14642236" cy="1225407"/>
            <a:chOff x="0" y="-1"/>
            <a:chExt cx="14642234" cy="1225406"/>
          </a:xfrm>
        </p:grpSpPr>
        <p:pic>
          <p:nvPicPr>
            <p:cNvPr id="246" name="Rectangle 154462.png" descr="Rectangle 154462.png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0" y="-1"/>
              <a:ext cx="8261900" cy="1225407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pic>
          <p:nvPicPr>
            <p:cNvPr id="247" name="Rectangle 154462.png" descr="Rectangle 154462.png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6380334" y="-2"/>
              <a:ext cx="8261901" cy="1225407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</p:grpSp>
      <p:sp>
        <p:nvSpPr>
          <p:cNvPr id="249" name="3 tardanzas se considera una falta"/>
          <p:cNvSpPr txBox="1"/>
          <p:nvPr/>
        </p:nvSpPr>
        <p:spPr>
          <a:xfrm>
            <a:off x="6180707" y="4421825"/>
            <a:ext cx="12456242" cy="70132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="http://schemas.openxmlformats.org/officeDocument/2006/math" xmlns:a14="http://schemas.microsoft.com/office/drawing/2010/main" xmlns:ma14="http://schemas.microsoft.com/office/mac/drawingml/2011/main" xmlns="" val="1"/>
            </a:ext>
          </a:extLst>
        </p:spPr>
        <p:txBody>
          <a:bodyPr lIns="25400" tIns="25400" rIns="25400" bIns="25400">
            <a:normAutofit/>
          </a:bodyPr>
          <a:lstStyle>
            <a:lvl1pPr marL="457200" indent="-457200">
              <a:spcBef>
                <a:spcPts val="1200"/>
              </a:spcBef>
              <a:defRPr sz="3700">
                <a:solidFill>
                  <a:srgbClr val="143C5E"/>
                </a:solidFill>
                <a:latin typeface="Helvetica Light"/>
                <a:ea typeface="Helvetica Light"/>
                <a:cs typeface="Helvetica Light"/>
                <a:sym typeface="Helvetica Light"/>
              </a:defRPr>
            </a:lvl1pPr>
          </a:lstStyle>
          <a:p>
            <a:r>
              <a:rPr lang="es-ES"/>
              <a:t>Tres (</a:t>
            </a:r>
            <a:r>
              <a:t>3</a:t>
            </a:r>
            <a:r>
              <a:rPr lang="es-ES"/>
              <a:t>)</a:t>
            </a:r>
            <a:r>
              <a:rPr lang="en-US" noProof="1"/>
              <a:t> tardanzas se considera una falta</a:t>
            </a:r>
          </a:p>
        </p:txBody>
      </p:sp>
      <p:sp>
        <p:nvSpPr>
          <p:cNvPr id="250" name="02"/>
          <p:cNvSpPr txBox="1"/>
          <p:nvPr/>
        </p:nvSpPr>
        <p:spPr>
          <a:xfrm>
            <a:off x="5209737" y="4316776"/>
            <a:ext cx="813032" cy="91142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="http://schemas.openxmlformats.org/officeDocument/2006/math" xmlns:a14="http://schemas.microsoft.com/office/drawing/2010/main" xmlns:ma14="http://schemas.microsoft.com/office/mac/drawingml/2011/main" xmlns="" val="1"/>
            </a:ext>
          </a:extLst>
        </p:spPr>
        <p:txBody>
          <a:bodyPr lIns="25400" tIns="25400" rIns="25400" bIns="25400">
            <a:normAutofit/>
          </a:bodyPr>
          <a:lstStyle>
            <a:lvl1pPr marL="457200" indent="-457200">
              <a:spcBef>
                <a:spcPts val="1200"/>
              </a:spcBef>
              <a:defRPr sz="5200" b="1">
                <a:solidFill>
                  <a:srgbClr val="143C5E"/>
                </a:solidFill>
              </a:defRPr>
            </a:lvl1pPr>
          </a:lstStyle>
          <a:p>
            <a:r>
              <a:t>02</a:t>
            </a:r>
          </a:p>
        </p:txBody>
      </p:sp>
      <p:grpSp>
        <p:nvGrpSpPr>
          <p:cNvPr id="253" name="Grupo"/>
          <p:cNvGrpSpPr/>
          <p:nvPr/>
        </p:nvGrpSpPr>
        <p:grpSpPr>
          <a:xfrm>
            <a:off x="4870882" y="5705587"/>
            <a:ext cx="14642236" cy="1225407"/>
            <a:chOff x="0" y="-1"/>
            <a:chExt cx="14642234" cy="1225406"/>
          </a:xfrm>
        </p:grpSpPr>
        <p:pic>
          <p:nvPicPr>
            <p:cNvPr id="251" name="Rectangle 154462.png" descr="Rectangle 154462.png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0" y="-1"/>
              <a:ext cx="8261900" cy="1225407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pic>
          <p:nvPicPr>
            <p:cNvPr id="252" name="Rectangle 154462.png" descr="Rectangle 154462.png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6380334" y="-2"/>
              <a:ext cx="8261901" cy="1225407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</p:grpSp>
      <p:sp>
        <p:nvSpPr>
          <p:cNvPr id="254" name="La nota mínima aprobatoria es de 13 (Trece)"/>
          <p:cNvSpPr txBox="1"/>
          <p:nvPr/>
        </p:nvSpPr>
        <p:spPr>
          <a:xfrm>
            <a:off x="6180707" y="5980329"/>
            <a:ext cx="12456242" cy="70132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="http://schemas.openxmlformats.org/officeDocument/2006/math" xmlns:a14="http://schemas.microsoft.com/office/drawing/2010/main" xmlns:ma14="http://schemas.microsoft.com/office/mac/drawingml/2011/main" xmlns="" val="1"/>
            </a:ext>
          </a:extLst>
        </p:spPr>
        <p:txBody>
          <a:bodyPr lIns="25400" tIns="25400" rIns="25400" bIns="25400">
            <a:normAutofit/>
          </a:bodyPr>
          <a:lstStyle>
            <a:lvl1pPr marL="457200" indent="-457200">
              <a:spcBef>
                <a:spcPts val="1200"/>
              </a:spcBef>
              <a:defRPr sz="3700">
                <a:solidFill>
                  <a:srgbClr val="143C5E"/>
                </a:solidFill>
                <a:latin typeface="Helvetica Light"/>
                <a:ea typeface="Helvetica Light"/>
                <a:cs typeface="Helvetica Light"/>
                <a:sym typeface="Helvetica Light"/>
              </a:defRPr>
            </a:lvl1pPr>
          </a:lstStyle>
          <a:p>
            <a:r>
              <a:t>La nota </a:t>
            </a:r>
            <a:r>
              <a:rPr lang="en-US" noProof="1"/>
              <a:t>mínima</a:t>
            </a:r>
            <a:r>
              <a:t> </a:t>
            </a:r>
            <a:r>
              <a:rPr lang="en-US" noProof="1"/>
              <a:t>aprobatoria</a:t>
            </a:r>
            <a:r>
              <a:t> es de 13 (</a:t>
            </a:r>
            <a:r>
              <a:rPr lang="es-ES"/>
              <a:t>t</a:t>
            </a:r>
            <a:r>
              <a:rPr lang="en-US" noProof="1"/>
              <a:t>rece</a:t>
            </a:r>
            <a:r>
              <a:t>)</a:t>
            </a:r>
          </a:p>
        </p:txBody>
      </p:sp>
      <p:sp>
        <p:nvSpPr>
          <p:cNvPr id="255" name="03"/>
          <p:cNvSpPr txBox="1"/>
          <p:nvPr/>
        </p:nvSpPr>
        <p:spPr>
          <a:xfrm>
            <a:off x="5209737" y="5862580"/>
            <a:ext cx="813032" cy="91142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="http://schemas.openxmlformats.org/officeDocument/2006/math" xmlns:a14="http://schemas.microsoft.com/office/drawing/2010/main" xmlns:ma14="http://schemas.microsoft.com/office/mac/drawingml/2011/main" xmlns="" val="1"/>
            </a:ext>
          </a:extLst>
        </p:spPr>
        <p:txBody>
          <a:bodyPr lIns="25400" tIns="25400" rIns="25400" bIns="25400">
            <a:normAutofit/>
          </a:bodyPr>
          <a:lstStyle>
            <a:lvl1pPr marL="457200" indent="-457200">
              <a:spcBef>
                <a:spcPts val="1200"/>
              </a:spcBef>
              <a:defRPr sz="5200" b="1">
                <a:solidFill>
                  <a:srgbClr val="143C5E"/>
                </a:solidFill>
              </a:defRPr>
            </a:lvl1pPr>
          </a:lstStyle>
          <a:p>
            <a:r>
              <a:t>03</a:t>
            </a:r>
          </a:p>
        </p:txBody>
      </p:sp>
      <p:grpSp>
        <p:nvGrpSpPr>
          <p:cNvPr id="258" name="Grupo"/>
          <p:cNvGrpSpPr/>
          <p:nvPr/>
        </p:nvGrpSpPr>
        <p:grpSpPr>
          <a:xfrm>
            <a:off x="4870882" y="7329888"/>
            <a:ext cx="14642236" cy="1225408"/>
            <a:chOff x="0" y="-1"/>
            <a:chExt cx="14642234" cy="1225407"/>
          </a:xfrm>
        </p:grpSpPr>
        <p:pic>
          <p:nvPicPr>
            <p:cNvPr id="256" name="Rectangle 154462.png" descr="Rectangle 154462.png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0" y="0"/>
              <a:ext cx="8261900" cy="1225407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pic>
          <p:nvPicPr>
            <p:cNvPr id="257" name="Rectangle 154462.png" descr="Rectangle 154462.png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6380334" y="-2"/>
              <a:ext cx="8261901" cy="1225409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</p:grpSp>
      <p:sp>
        <p:nvSpPr>
          <p:cNvPr id="259" name="Se evaluará de manera constante la participación de alumno"/>
          <p:cNvSpPr txBox="1"/>
          <p:nvPr/>
        </p:nvSpPr>
        <p:spPr>
          <a:xfrm>
            <a:off x="6180708" y="7591928"/>
            <a:ext cx="13082064" cy="70132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="http://schemas.openxmlformats.org/officeDocument/2006/math" xmlns:a14="http://schemas.microsoft.com/office/drawing/2010/main" xmlns:ma14="http://schemas.microsoft.com/office/mac/drawingml/2011/main" xmlns="" val="1"/>
            </a:ext>
          </a:extLst>
        </p:spPr>
        <p:txBody>
          <a:bodyPr lIns="25400" tIns="25400" rIns="25400" bIns="25400">
            <a:normAutofit/>
          </a:bodyPr>
          <a:lstStyle>
            <a:lvl1pPr marL="457200" indent="-457200">
              <a:spcBef>
                <a:spcPts val="1200"/>
              </a:spcBef>
              <a:defRPr sz="3700">
                <a:solidFill>
                  <a:srgbClr val="143C5E"/>
                </a:solidFill>
                <a:latin typeface="Helvetica Light"/>
                <a:ea typeface="Helvetica Light"/>
                <a:cs typeface="Helvetica Light"/>
                <a:sym typeface="Helvetica Light"/>
              </a:defRPr>
            </a:lvl1pPr>
          </a:lstStyle>
          <a:p>
            <a:r>
              <a:t>Se evaluará de manera constante la participación de alumno</a:t>
            </a:r>
          </a:p>
        </p:txBody>
      </p:sp>
      <p:sp>
        <p:nvSpPr>
          <p:cNvPr id="260" name="04"/>
          <p:cNvSpPr txBox="1"/>
          <p:nvPr/>
        </p:nvSpPr>
        <p:spPr>
          <a:xfrm>
            <a:off x="5209737" y="7486880"/>
            <a:ext cx="813032" cy="91142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="http://schemas.openxmlformats.org/officeDocument/2006/math" xmlns:a14="http://schemas.microsoft.com/office/drawing/2010/main" xmlns:ma14="http://schemas.microsoft.com/office/mac/drawingml/2011/main" xmlns="" val="1"/>
            </a:ext>
          </a:extLst>
        </p:spPr>
        <p:txBody>
          <a:bodyPr lIns="25400" tIns="25400" rIns="25400" bIns="25400">
            <a:normAutofit/>
          </a:bodyPr>
          <a:lstStyle>
            <a:lvl1pPr marL="457200" indent="-457200">
              <a:spcBef>
                <a:spcPts val="1200"/>
              </a:spcBef>
              <a:defRPr sz="5200" b="1">
                <a:solidFill>
                  <a:srgbClr val="143C5E"/>
                </a:solidFill>
              </a:defRPr>
            </a:lvl1pPr>
          </a:lstStyle>
          <a:p>
            <a:r>
              <a:t>04</a:t>
            </a:r>
          </a:p>
        </p:txBody>
      </p:sp>
      <p:grpSp>
        <p:nvGrpSpPr>
          <p:cNvPr id="263" name="Grupo"/>
          <p:cNvGrpSpPr/>
          <p:nvPr/>
        </p:nvGrpSpPr>
        <p:grpSpPr>
          <a:xfrm>
            <a:off x="4870882" y="8954188"/>
            <a:ext cx="14642236" cy="1225408"/>
            <a:chOff x="0" y="-1"/>
            <a:chExt cx="14642234" cy="1225407"/>
          </a:xfrm>
        </p:grpSpPr>
        <p:pic>
          <p:nvPicPr>
            <p:cNvPr id="261" name="Rectangle 154462.png" descr="Rectangle 154462.png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0" y="0"/>
              <a:ext cx="8261900" cy="1225407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pic>
          <p:nvPicPr>
            <p:cNvPr id="262" name="Rectangle 154462.png" descr="Rectangle 154462.png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6380334" y="-2"/>
              <a:ext cx="8261901" cy="1225409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</p:grpSp>
      <p:sp>
        <p:nvSpPr>
          <p:cNvPr id="264" name="10 minutos de descanso (Break)"/>
          <p:cNvSpPr txBox="1"/>
          <p:nvPr/>
        </p:nvSpPr>
        <p:spPr>
          <a:xfrm>
            <a:off x="6180707" y="9216228"/>
            <a:ext cx="12456242" cy="70132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="http://schemas.openxmlformats.org/officeDocument/2006/math" xmlns:a14="http://schemas.microsoft.com/office/drawing/2010/main" xmlns:ma14="http://schemas.microsoft.com/office/mac/drawingml/2011/main" xmlns="" val="1"/>
            </a:ext>
          </a:extLst>
        </p:spPr>
        <p:txBody>
          <a:bodyPr lIns="25400" tIns="25400" rIns="25400" bIns="25400">
            <a:normAutofit/>
          </a:bodyPr>
          <a:lstStyle>
            <a:lvl1pPr marL="457200" indent="-457200">
              <a:spcBef>
                <a:spcPts val="1200"/>
              </a:spcBef>
              <a:defRPr sz="3700">
                <a:solidFill>
                  <a:srgbClr val="143C5E"/>
                </a:solidFill>
                <a:latin typeface="Helvetica Light"/>
                <a:ea typeface="Helvetica Light"/>
                <a:cs typeface="Helvetica Light"/>
                <a:sym typeface="Helvetica Light"/>
              </a:defRPr>
            </a:lvl1pPr>
          </a:lstStyle>
          <a:p>
            <a:r>
              <a:rPr lang="es-PE"/>
              <a:t>15’ de b</a:t>
            </a:r>
            <a:r>
              <a:rPr lang="es-PE" noProof="1"/>
              <a:t>reak (1 en cursos de semana - 2 en cursos sab/dom</a:t>
            </a:r>
            <a:endParaRPr/>
          </a:p>
        </p:txBody>
      </p:sp>
      <p:sp>
        <p:nvSpPr>
          <p:cNvPr id="265" name="05"/>
          <p:cNvSpPr txBox="1"/>
          <p:nvPr/>
        </p:nvSpPr>
        <p:spPr>
          <a:xfrm>
            <a:off x="5209737" y="9111181"/>
            <a:ext cx="813032" cy="91142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="http://schemas.openxmlformats.org/officeDocument/2006/math" xmlns:a14="http://schemas.microsoft.com/office/drawing/2010/main" xmlns:ma14="http://schemas.microsoft.com/office/mac/drawingml/2011/main" xmlns="" val="1"/>
            </a:ext>
          </a:extLst>
        </p:spPr>
        <p:txBody>
          <a:bodyPr lIns="25400" tIns="25400" rIns="25400" bIns="25400">
            <a:normAutofit/>
          </a:bodyPr>
          <a:lstStyle>
            <a:lvl1pPr marL="457200" indent="-457200">
              <a:spcBef>
                <a:spcPts val="1200"/>
              </a:spcBef>
              <a:defRPr sz="5200" b="1">
                <a:solidFill>
                  <a:srgbClr val="143C5E"/>
                </a:solidFill>
              </a:defRPr>
            </a:lvl1pPr>
          </a:lstStyle>
          <a:p>
            <a:r>
              <a:t>05</a:t>
            </a:r>
          </a:p>
        </p:txBody>
      </p:sp>
      <p:grpSp>
        <p:nvGrpSpPr>
          <p:cNvPr id="268" name="Grupo"/>
          <p:cNvGrpSpPr/>
          <p:nvPr/>
        </p:nvGrpSpPr>
        <p:grpSpPr>
          <a:xfrm>
            <a:off x="4870882" y="10578488"/>
            <a:ext cx="14642236" cy="1225408"/>
            <a:chOff x="0" y="-1"/>
            <a:chExt cx="14642234" cy="1225407"/>
          </a:xfrm>
        </p:grpSpPr>
        <p:pic>
          <p:nvPicPr>
            <p:cNvPr id="266" name="Rectangle 154462.png" descr="Rectangle 154462.png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0" y="0"/>
              <a:ext cx="8261900" cy="1225407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pic>
          <p:nvPicPr>
            <p:cNvPr id="267" name="Rectangle 154462.png" descr="Rectangle 154462.png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6380334" y="-2"/>
              <a:ext cx="8261901" cy="1225409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</p:grpSp>
      <p:sp>
        <p:nvSpPr>
          <p:cNvPr id="270" name="Solo el docente tiene la autorización para grabar las clases"/>
          <p:cNvSpPr txBox="1"/>
          <p:nvPr/>
        </p:nvSpPr>
        <p:spPr>
          <a:xfrm>
            <a:off x="4870880" y="10834654"/>
            <a:ext cx="14642237" cy="71307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="http://schemas.openxmlformats.org/officeDocument/2006/math" xmlns:a14="http://schemas.microsoft.com/office/drawing/2010/main" xmlns:ma14="http://schemas.microsoft.com/office/mac/drawingml/2011/main" xmlns="" val="1"/>
            </a:ext>
          </a:extLst>
        </p:spPr>
        <p:txBody>
          <a:bodyPr lIns="25400" tIns="25400" rIns="25400" bIns="25400" anchor="ctr">
            <a:normAutofit/>
          </a:bodyPr>
          <a:lstStyle>
            <a:lvl1pPr marL="457200" indent="-457200" algn="ctr">
              <a:spcBef>
                <a:spcPts val="1200"/>
              </a:spcBef>
              <a:defRPr sz="3200" b="1">
                <a:solidFill>
                  <a:schemeClr val="accent2">
                    <a:lumOff val="-9999"/>
                  </a:schemeClr>
                </a:solidFill>
              </a:defRPr>
            </a:lvl1pPr>
          </a:lstStyle>
          <a:p>
            <a:r>
              <a:rPr lang="es-PE" i="1"/>
              <a:t>Solo el docente tiene la autorización para grabar las clases</a:t>
            </a:r>
          </a:p>
        </p:txBody>
      </p:sp>
    </p:spTree>
  </p:cSld>
  <p:clrMapOvr>
    <a:masterClrMapping/>
  </p:clrMapOvr>
  <p:transition spd="med"/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0" name="Picture 2">
            <a:extLst>
              <a:ext uri="{FF2B5EF4-FFF2-40B4-BE49-F238E27FC236}">
                <a16:creationId xmlns:a16="http://schemas.microsoft.com/office/drawing/2014/main" id="{BDBCCA26-65BE-6DB7-2EC0-FD4CC8A06F8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286042" y="3130468"/>
            <a:ext cx="17240250" cy="8010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Nuestras normas">
            <a:extLst>
              <a:ext uri="{FF2B5EF4-FFF2-40B4-BE49-F238E27FC236}">
                <a16:creationId xmlns:a16="http://schemas.microsoft.com/office/drawing/2014/main" id="{75FE58B9-B9A9-125E-A30D-64AA664D01F8}"/>
              </a:ext>
            </a:extLst>
          </p:cNvPr>
          <p:cNvSpPr txBox="1">
            <a:spLocks/>
          </p:cNvSpPr>
          <p:nvPr/>
        </p:nvSpPr>
        <p:spPr>
          <a:xfrm>
            <a:off x="10159820" y="1057641"/>
            <a:ext cx="7465597" cy="110986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="http://schemas.openxmlformats.org/officeDocument/2006/math" xmlns:a14="http://schemas.microsoft.com/office/drawing/2010/main" xmlns:ma14="http://schemas.microsoft.com/office/mac/drawingml/2011/main" xmlns="" val="1"/>
            </a:ext>
          </a:extLst>
        </p:spPr>
        <p:txBody>
          <a:bodyPr lIns="25400" tIns="25400" rIns="25400" bIns="25400">
            <a:normAutofit/>
          </a:bodyPr>
          <a:lstStyle>
            <a:lvl1pPr marL="457200" marR="0" indent="-457200" algn="ctr" defTabSz="1828800" rtl="0" latinLnBrk="0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Tx/>
              <a:buSzTx/>
              <a:buFontTx/>
              <a:buNone/>
              <a:tabLst/>
              <a:defRPr sz="6300" b="1" i="0" u="none" strike="noStrike" cap="none" spc="0" baseline="0">
                <a:solidFill>
                  <a:srgbClr val="FFFFFF"/>
                </a:solidFill>
                <a:uFillTx/>
                <a:latin typeface="+mj-lt"/>
                <a:ea typeface="+mj-ea"/>
                <a:cs typeface="+mj-cs"/>
                <a:sym typeface="Helvetica"/>
              </a:defRPr>
            </a:lvl1pPr>
            <a:lvl2pPr marL="457200" marR="0" indent="-457200" algn="ctr" defTabSz="1828800" rtl="0" latinLnBrk="0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Tx/>
              <a:buSzTx/>
              <a:buFontTx/>
              <a:buNone/>
              <a:tabLst/>
              <a:defRPr sz="5200" b="1" i="0" u="none" strike="noStrike" cap="none" spc="0" baseline="0"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Arial"/>
              </a:defRPr>
            </a:lvl2pPr>
            <a:lvl3pPr marL="457200" marR="0" indent="-457200" algn="ctr" defTabSz="1828800" rtl="0" latinLnBrk="0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Tx/>
              <a:buSzTx/>
              <a:buFontTx/>
              <a:buNone/>
              <a:tabLst/>
              <a:defRPr sz="5200" b="1" i="0" u="none" strike="noStrike" cap="none" spc="0" baseline="0"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Arial"/>
              </a:defRPr>
            </a:lvl3pPr>
            <a:lvl4pPr marL="457200" marR="0" indent="-457200" algn="ctr" defTabSz="1828800" rtl="0" latinLnBrk="0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Tx/>
              <a:buSzTx/>
              <a:buFontTx/>
              <a:buNone/>
              <a:tabLst/>
              <a:defRPr sz="5200" b="1" i="0" u="none" strike="noStrike" cap="none" spc="0" baseline="0"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Arial"/>
              </a:defRPr>
            </a:lvl4pPr>
            <a:lvl5pPr marL="457200" marR="0" indent="-457200" algn="ctr" defTabSz="1828800" rtl="0" latinLnBrk="0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Tx/>
              <a:buSzTx/>
              <a:buFontTx/>
              <a:buNone/>
              <a:tabLst/>
              <a:defRPr sz="5200" b="1" i="0" u="none" strike="noStrike" cap="none" spc="0" baseline="0"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Arial"/>
              </a:defRPr>
            </a:lvl5pPr>
            <a:lvl6pPr marL="457200" marR="0" indent="0" algn="ctr" defTabSz="1828800" rtl="0" latinLnBrk="0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Tx/>
              <a:buSzTx/>
              <a:buFontTx/>
              <a:buNone/>
              <a:tabLst/>
              <a:defRPr sz="5200" b="1" i="0" u="none" strike="noStrike" cap="none" spc="0" baseline="0"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Arial"/>
              </a:defRPr>
            </a:lvl6pPr>
            <a:lvl7pPr marL="457200" marR="0" indent="0" algn="ctr" defTabSz="1828800" rtl="0" latinLnBrk="0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Tx/>
              <a:buSzTx/>
              <a:buFontTx/>
              <a:buNone/>
              <a:tabLst/>
              <a:defRPr sz="5200" b="1" i="0" u="none" strike="noStrike" cap="none" spc="0" baseline="0"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Arial"/>
              </a:defRPr>
            </a:lvl7pPr>
            <a:lvl8pPr marL="457200" marR="0" indent="0" algn="ctr" defTabSz="1828800" rtl="0" latinLnBrk="0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Tx/>
              <a:buSzTx/>
              <a:buFontTx/>
              <a:buNone/>
              <a:tabLst/>
              <a:defRPr sz="5200" b="1" i="0" u="none" strike="noStrike" cap="none" spc="0" baseline="0"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Arial"/>
              </a:defRPr>
            </a:lvl8pPr>
            <a:lvl9pPr marL="457200" marR="0" indent="0" algn="ctr" defTabSz="1828800" rtl="0" latinLnBrk="0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Tx/>
              <a:buSzTx/>
              <a:buFontTx/>
              <a:buNone/>
              <a:tabLst/>
              <a:defRPr sz="5200" b="1" i="0" u="none" strike="noStrike" cap="none" spc="0" baseline="0"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Arial"/>
              </a:defRPr>
            </a:lvl9pPr>
          </a:lstStyle>
          <a:p>
            <a:pPr hangingPunct="1"/>
            <a:r>
              <a:rPr lang="en-US" noProof="1">
                <a:solidFill>
                  <a:srgbClr val="143C5E"/>
                </a:solidFill>
              </a:rPr>
              <a:t>Clases grabadas</a:t>
            </a:r>
          </a:p>
        </p:txBody>
      </p:sp>
      <p:pic>
        <p:nvPicPr>
          <p:cNvPr id="2" name="Imagen 19" descr="Imagen 19">
            <a:extLst>
              <a:ext uri="{FF2B5EF4-FFF2-40B4-BE49-F238E27FC236}">
                <a16:creationId xmlns:a16="http://schemas.microsoft.com/office/drawing/2014/main" id="{6AE1F144-1A3B-C930-BDB0-35AD0AA310C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1526292" y="601644"/>
            <a:ext cx="1701450" cy="1080000"/>
          </a:xfrm>
          <a:prstGeom prst="rect">
            <a:avLst/>
          </a:prstGeom>
          <a:ln w="12700">
            <a:miter lim="400000"/>
          </a:ln>
        </p:spPr>
      </p:pic>
      <p:pic>
        <p:nvPicPr>
          <p:cNvPr id="3" name="Asset02 2.png" descr="Asset02 2.png">
            <a:extLst>
              <a:ext uri="{FF2B5EF4-FFF2-40B4-BE49-F238E27FC236}">
                <a16:creationId xmlns:a16="http://schemas.microsoft.com/office/drawing/2014/main" id="{82F98165-742E-261E-9C2C-FDC7608DFA00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rcRect l="50000"/>
          <a:stretch/>
        </p:blipFill>
        <p:spPr>
          <a:xfrm>
            <a:off x="-1" y="1681644"/>
            <a:ext cx="4235451" cy="10718801"/>
          </a:xfrm>
          <a:prstGeom prst="rect">
            <a:avLst/>
          </a:prstGeom>
          <a:ln w="12700">
            <a:miter lim="400000"/>
          </a:ln>
        </p:spPr>
      </p:pic>
      <p:pic>
        <p:nvPicPr>
          <p:cNvPr id="1026" name="Picture 2" descr="Imágenes de Rec - Descarga gratuita en Freepik">
            <a:extLst>
              <a:ext uri="{FF2B5EF4-FFF2-40B4-BE49-F238E27FC236}">
                <a16:creationId xmlns:a16="http://schemas.microsoft.com/office/drawing/2014/main" id="{64C1DE80-388F-6E47-525E-FDDFA3B26867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6072" t="35216" r="25074" b="35604"/>
          <a:stretch/>
        </p:blipFill>
        <p:spPr bwMode="auto">
          <a:xfrm>
            <a:off x="11449658" y="11581440"/>
            <a:ext cx="2913017" cy="104502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282623644"/>
      </p:ext>
    </p:extLst>
  </p:cSld>
  <p:clrMapOvr>
    <a:masterClrMapping/>
  </p:clrMapOvr>
  <p:transition spd="med"/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n 2">
            <a:extLst>
              <a:ext uri="{FF2B5EF4-FFF2-40B4-BE49-F238E27FC236}">
                <a16:creationId xmlns:a16="http://schemas.microsoft.com/office/drawing/2014/main" id="{B62710AB-D4E9-D498-A4B9-D23B2B0F9B1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20325" y="3382828"/>
            <a:ext cx="15797350" cy="7760240"/>
          </a:xfrm>
          <a:prstGeom prst="rect">
            <a:avLst/>
          </a:prstGeom>
        </p:spPr>
      </p:pic>
      <p:pic>
        <p:nvPicPr>
          <p:cNvPr id="274" name="Asset02 2.png" descr="Asset02 2.png"/>
          <p:cNvPicPr>
            <a:picLocks noChangeAspect="1"/>
          </p:cNvPicPr>
          <p:nvPr/>
        </p:nvPicPr>
        <p:blipFill rotWithShape="1">
          <a:blip r:embed="rId3"/>
          <a:srcRect l="50000"/>
          <a:stretch/>
        </p:blipFill>
        <p:spPr>
          <a:xfrm>
            <a:off x="-1" y="1681644"/>
            <a:ext cx="4235451" cy="10718801"/>
          </a:xfrm>
          <a:prstGeom prst="rect">
            <a:avLst/>
          </a:prstGeom>
          <a:ln w="12700">
            <a:miter lim="400000"/>
          </a:ln>
        </p:spPr>
      </p:pic>
      <p:sp>
        <p:nvSpPr>
          <p:cNvPr id="6" name="Nuestras normas">
            <a:extLst>
              <a:ext uri="{FF2B5EF4-FFF2-40B4-BE49-F238E27FC236}">
                <a16:creationId xmlns:a16="http://schemas.microsoft.com/office/drawing/2014/main" id="{D31AE3B7-3F66-D228-B2EC-583B5C027CF5}"/>
              </a:ext>
            </a:extLst>
          </p:cNvPr>
          <p:cNvSpPr txBox="1">
            <a:spLocks/>
          </p:cNvSpPr>
          <p:nvPr/>
        </p:nvSpPr>
        <p:spPr>
          <a:xfrm>
            <a:off x="8586202" y="906452"/>
            <a:ext cx="7465597" cy="110986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="http://schemas.openxmlformats.org/officeDocument/2006/math" xmlns:a14="http://schemas.microsoft.com/office/drawing/2010/main" xmlns:ma14="http://schemas.microsoft.com/office/mac/drawingml/2011/main" xmlns="" val="1"/>
            </a:ext>
          </a:extLst>
        </p:spPr>
        <p:txBody>
          <a:bodyPr lIns="25400" tIns="25400" rIns="25400" bIns="25400">
            <a:normAutofit/>
          </a:bodyPr>
          <a:lstStyle>
            <a:lvl1pPr marL="457200" marR="0" indent="-457200" algn="ctr" defTabSz="1828800" rtl="0" latinLnBrk="0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Tx/>
              <a:buSzTx/>
              <a:buFontTx/>
              <a:buNone/>
              <a:tabLst/>
              <a:defRPr sz="6300" b="1" i="0" u="none" strike="noStrike" cap="none" spc="0" baseline="0">
                <a:solidFill>
                  <a:srgbClr val="FFFFFF"/>
                </a:solidFill>
                <a:uFillTx/>
                <a:latin typeface="+mj-lt"/>
                <a:ea typeface="+mj-ea"/>
                <a:cs typeface="+mj-cs"/>
                <a:sym typeface="Helvetica"/>
              </a:defRPr>
            </a:lvl1pPr>
            <a:lvl2pPr marL="457200" marR="0" indent="-457200" algn="ctr" defTabSz="1828800" rtl="0" latinLnBrk="0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Tx/>
              <a:buSzTx/>
              <a:buFontTx/>
              <a:buNone/>
              <a:tabLst/>
              <a:defRPr sz="5200" b="1" i="0" u="none" strike="noStrike" cap="none" spc="0" baseline="0"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Arial"/>
              </a:defRPr>
            </a:lvl2pPr>
            <a:lvl3pPr marL="457200" marR="0" indent="-457200" algn="ctr" defTabSz="1828800" rtl="0" latinLnBrk="0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Tx/>
              <a:buSzTx/>
              <a:buFontTx/>
              <a:buNone/>
              <a:tabLst/>
              <a:defRPr sz="5200" b="1" i="0" u="none" strike="noStrike" cap="none" spc="0" baseline="0"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Arial"/>
              </a:defRPr>
            </a:lvl3pPr>
            <a:lvl4pPr marL="457200" marR="0" indent="-457200" algn="ctr" defTabSz="1828800" rtl="0" latinLnBrk="0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Tx/>
              <a:buSzTx/>
              <a:buFontTx/>
              <a:buNone/>
              <a:tabLst/>
              <a:defRPr sz="5200" b="1" i="0" u="none" strike="noStrike" cap="none" spc="0" baseline="0"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Arial"/>
              </a:defRPr>
            </a:lvl4pPr>
            <a:lvl5pPr marL="457200" marR="0" indent="-457200" algn="ctr" defTabSz="1828800" rtl="0" latinLnBrk="0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Tx/>
              <a:buSzTx/>
              <a:buFontTx/>
              <a:buNone/>
              <a:tabLst/>
              <a:defRPr sz="5200" b="1" i="0" u="none" strike="noStrike" cap="none" spc="0" baseline="0"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Arial"/>
              </a:defRPr>
            </a:lvl5pPr>
            <a:lvl6pPr marL="457200" marR="0" indent="0" algn="ctr" defTabSz="1828800" rtl="0" latinLnBrk="0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Tx/>
              <a:buSzTx/>
              <a:buFontTx/>
              <a:buNone/>
              <a:tabLst/>
              <a:defRPr sz="5200" b="1" i="0" u="none" strike="noStrike" cap="none" spc="0" baseline="0"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Arial"/>
              </a:defRPr>
            </a:lvl6pPr>
            <a:lvl7pPr marL="457200" marR="0" indent="0" algn="ctr" defTabSz="1828800" rtl="0" latinLnBrk="0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Tx/>
              <a:buSzTx/>
              <a:buFontTx/>
              <a:buNone/>
              <a:tabLst/>
              <a:defRPr sz="5200" b="1" i="0" u="none" strike="noStrike" cap="none" spc="0" baseline="0"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Arial"/>
              </a:defRPr>
            </a:lvl7pPr>
            <a:lvl8pPr marL="457200" marR="0" indent="0" algn="ctr" defTabSz="1828800" rtl="0" latinLnBrk="0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Tx/>
              <a:buSzTx/>
              <a:buFontTx/>
              <a:buNone/>
              <a:tabLst/>
              <a:defRPr sz="5200" b="1" i="0" u="none" strike="noStrike" cap="none" spc="0" baseline="0"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Arial"/>
              </a:defRPr>
            </a:lvl8pPr>
            <a:lvl9pPr marL="457200" marR="0" indent="0" algn="ctr" defTabSz="1828800" rtl="0" latinLnBrk="0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Tx/>
              <a:buSzTx/>
              <a:buFontTx/>
              <a:buNone/>
              <a:tabLst/>
              <a:defRPr sz="5200" b="1" i="0" u="none" strike="noStrike" cap="none" spc="0" baseline="0"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Arial"/>
              </a:defRPr>
            </a:lvl9pPr>
          </a:lstStyle>
          <a:p>
            <a:pPr hangingPunct="1"/>
            <a:r>
              <a:rPr lang="en-US" noProof="1">
                <a:solidFill>
                  <a:srgbClr val="143C5E"/>
                </a:solidFill>
              </a:rPr>
              <a:t>Equipo de trabajo</a:t>
            </a:r>
          </a:p>
        </p:txBody>
      </p:sp>
      <p:pic>
        <p:nvPicPr>
          <p:cNvPr id="2" name="Imagen 19" descr="Imagen 19">
            <a:extLst>
              <a:ext uri="{FF2B5EF4-FFF2-40B4-BE49-F238E27FC236}">
                <a16:creationId xmlns:a16="http://schemas.microsoft.com/office/drawing/2014/main" id="{F232748E-FF49-451D-1645-5A6813ADF38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1526292" y="601644"/>
            <a:ext cx="1701450" cy="1080000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p:transition spd="med"/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74" name="Picture 2">
            <a:extLst>
              <a:ext uri="{FF2B5EF4-FFF2-40B4-BE49-F238E27FC236}">
                <a16:creationId xmlns:a16="http://schemas.microsoft.com/office/drawing/2014/main" id="{D66EA25D-056B-3AE8-130F-44326192C06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235450" y="3000375"/>
            <a:ext cx="17173575" cy="77152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83" name="Texto"/>
          <p:cNvSpPr txBox="1"/>
          <p:nvPr/>
        </p:nvSpPr>
        <p:spPr>
          <a:xfrm>
            <a:off x="4624447" y="3174670"/>
            <a:ext cx="233679" cy="36067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="http://schemas.openxmlformats.org/officeDocument/2006/math" xmlns:a14="http://schemas.microsoft.com/office/drawing/2010/main" xmlns:ma14="http://schemas.microsoft.com/office/mac/drawingml/2011/main" xmlns="" val="1"/>
            </a:ext>
          </a:extLst>
        </p:spPr>
        <p:txBody>
          <a:bodyPr wrap="none" lIns="91438" tIns="91438" rIns="91438" bIns="91438">
            <a:spAutoFit/>
          </a:bodyPr>
          <a:lstStyle>
            <a:lvl1pPr defTabSz="457200">
              <a:defRPr sz="1200">
                <a:latin typeface="Times Roman"/>
                <a:ea typeface="Times Roman"/>
                <a:cs typeface="Times Roman"/>
                <a:sym typeface="Times Roman"/>
              </a:defRPr>
            </a:lvl1pPr>
          </a:lstStyle>
          <a:p>
            <a:r>
              <a:t> </a:t>
            </a:r>
          </a:p>
        </p:txBody>
      </p:sp>
      <p:grpSp>
        <p:nvGrpSpPr>
          <p:cNvPr id="4" name="Grupo 3">
            <a:extLst>
              <a:ext uri="{FF2B5EF4-FFF2-40B4-BE49-F238E27FC236}">
                <a16:creationId xmlns:a16="http://schemas.microsoft.com/office/drawing/2014/main" id="{E578730C-902A-D72D-6B1C-0931E02185DD}"/>
              </a:ext>
            </a:extLst>
          </p:cNvPr>
          <p:cNvGrpSpPr/>
          <p:nvPr/>
        </p:nvGrpSpPr>
        <p:grpSpPr>
          <a:xfrm>
            <a:off x="5523687" y="4671976"/>
            <a:ext cx="2569196" cy="1061250"/>
            <a:chOff x="5247240" y="4679754"/>
            <a:chExt cx="2569196" cy="1061249"/>
          </a:xfrm>
        </p:grpSpPr>
        <p:pic>
          <p:nvPicPr>
            <p:cNvPr id="284" name="Rectangle 154462.png" descr="Rectangle 154462.png"/>
            <p:cNvPicPr>
              <a:picLocks noChangeAspect="1"/>
            </p:cNvPicPr>
            <p:nvPr/>
          </p:nvPicPr>
          <p:blipFill>
            <a:blip r:embed="rId3"/>
            <a:srcRect r="64092"/>
            <a:stretch>
              <a:fillRect/>
            </a:stretch>
          </p:blipFill>
          <p:spPr>
            <a:xfrm>
              <a:off x="5247240" y="4679754"/>
              <a:ext cx="2569196" cy="1061249"/>
            </a:xfrm>
            <a:prstGeom prst="rect">
              <a:avLst/>
            </a:prstGeom>
            <a:ln w="12700">
              <a:miter lim="400000"/>
            </a:ln>
          </p:spPr>
        </p:pic>
        <p:sp>
          <p:nvSpPr>
            <p:cNvPr id="285" name="Equipos"/>
            <p:cNvSpPr txBox="1"/>
            <p:nvPr/>
          </p:nvSpPr>
          <p:spPr>
            <a:xfrm>
              <a:off x="5612925" y="4859717"/>
              <a:ext cx="1838001" cy="701325"/>
            </a:xfrm>
            <a:prstGeom prst="rect">
              <a:avLst/>
            </a:prstGeom>
            <a:ln w="12700">
              <a:miter lim="400000"/>
            </a:ln>
            <a:extLst>
              <a:ext uri="{C572A759-6A51-4108-AA02-DFA0A04FC94B}">
                <ma14:wrappingTextBoxFlag xmlns:m="http://schemas.openxmlformats.org/officeDocument/2006/math" xmlns:a14="http://schemas.microsoft.com/office/drawing/2010/main" xmlns:ma14="http://schemas.microsoft.com/office/mac/drawingml/2011/main" xmlns="" val="1"/>
              </a:ext>
            </a:extLst>
          </p:spPr>
          <p:txBody>
            <a:bodyPr lIns="25400" tIns="25400" rIns="25400" bIns="25400">
              <a:normAutofit/>
            </a:bodyPr>
            <a:lstStyle>
              <a:lvl1pPr marL="457200" indent="-457200">
                <a:spcBef>
                  <a:spcPts val="1200"/>
                </a:spcBef>
                <a:defRPr sz="3700">
                  <a:solidFill>
                    <a:srgbClr val="143C5E"/>
                  </a:solidFill>
                  <a:latin typeface="Helvetica Light"/>
                  <a:ea typeface="Helvetica Light"/>
                  <a:cs typeface="Helvetica Light"/>
                  <a:sym typeface="Helvetica Light"/>
                </a:defRPr>
              </a:lvl1pPr>
            </a:lstStyle>
            <a:p>
              <a:r>
                <a:rPr lang="en-US" noProof="1"/>
                <a:t>Equipos</a:t>
              </a:r>
            </a:p>
          </p:txBody>
        </p:sp>
      </p:grpSp>
      <p:grpSp>
        <p:nvGrpSpPr>
          <p:cNvPr id="3" name="Grupo 2">
            <a:extLst>
              <a:ext uri="{FF2B5EF4-FFF2-40B4-BE49-F238E27FC236}">
                <a16:creationId xmlns:a16="http://schemas.microsoft.com/office/drawing/2014/main" id="{900886F2-5EE9-5638-9FBA-1B43DFA3A7A3}"/>
              </a:ext>
            </a:extLst>
          </p:cNvPr>
          <p:cNvGrpSpPr/>
          <p:nvPr/>
        </p:nvGrpSpPr>
        <p:grpSpPr>
          <a:xfrm>
            <a:off x="6166328" y="8747741"/>
            <a:ext cx="2569196" cy="1061249"/>
            <a:chOff x="6166153" y="8217118"/>
            <a:chExt cx="2569196" cy="1061248"/>
          </a:xfrm>
        </p:grpSpPr>
        <p:pic>
          <p:nvPicPr>
            <p:cNvPr id="286" name="Rectangle 154462.png" descr="Rectangle 154462.png"/>
            <p:cNvPicPr>
              <a:picLocks noChangeAspect="1"/>
            </p:cNvPicPr>
            <p:nvPr/>
          </p:nvPicPr>
          <p:blipFill>
            <a:blip r:embed="rId3"/>
            <a:srcRect r="64092"/>
            <a:stretch>
              <a:fillRect/>
            </a:stretch>
          </p:blipFill>
          <p:spPr>
            <a:xfrm>
              <a:off x="6166153" y="8217118"/>
              <a:ext cx="2569196" cy="1061248"/>
            </a:xfrm>
            <a:prstGeom prst="rect">
              <a:avLst/>
            </a:prstGeom>
            <a:ln w="12700">
              <a:miter lim="400000"/>
            </a:ln>
          </p:spPr>
        </p:pic>
        <p:sp>
          <p:nvSpPr>
            <p:cNvPr id="287" name="Canales"/>
            <p:cNvSpPr txBox="1"/>
            <p:nvPr/>
          </p:nvSpPr>
          <p:spPr>
            <a:xfrm>
              <a:off x="6499593" y="8397080"/>
              <a:ext cx="1838001" cy="701324"/>
            </a:xfrm>
            <a:prstGeom prst="rect">
              <a:avLst/>
            </a:prstGeom>
            <a:ln w="12700">
              <a:miter lim="400000"/>
            </a:ln>
            <a:extLst>
              <a:ext uri="{C572A759-6A51-4108-AA02-DFA0A04FC94B}">
                <ma14:wrappingTextBoxFlag xmlns:m="http://schemas.openxmlformats.org/officeDocument/2006/math" xmlns:a14="http://schemas.microsoft.com/office/drawing/2010/main" xmlns:ma14="http://schemas.microsoft.com/office/mac/drawingml/2011/main" xmlns="" val="1"/>
              </a:ext>
            </a:extLst>
          </p:spPr>
          <p:txBody>
            <a:bodyPr lIns="25400" tIns="25400" rIns="25400" bIns="25400">
              <a:normAutofit/>
            </a:bodyPr>
            <a:lstStyle>
              <a:lvl1pPr marL="457200" indent="-457200">
                <a:spcBef>
                  <a:spcPts val="1200"/>
                </a:spcBef>
                <a:defRPr sz="3700">
                  <a:solidFill>
                    <a:srgbClr val="143C5E"/>
                  </a:solidFill>
                  <a:latin typeface="Helvetica Light"/>
                  <a:ea typeface="Helvetica Light"/>
                  <a:cs typeface="Helvetica Light"/>
                  <a:sym typeface="Helvetica Light"/>
                </a:defRPr>
              </a:lvl1pPr>
            </a:lstStyle>
            <a:p>
              <a:r>
                <a:t>Canales</a:t>
              </a:r>
            </a:p>
          </p:txBody>
        </p:sp>
      </p:grpSp>
      <p:pic>
        <p:nvPicPr>
          <p:cNvPr id="288" name="Rectangle 154462.png" descr="Rectangle 154462.png"/>
          <p:cNvPicPr>
            <a:picLocks noChangeAspect="1"/>
          </p:cNvPicPr>
          <p:nvPr/>
        </p:nvPicPr>
        <p:blipFill>
          <a:blip r:embed="rId3"/>
          <a:srcRect r="71397"/>
          <a:stretch>
            <a:fillRect/>
          </a:stretch>
        </p:blipFill>
        <p:spPr>
          <a:xfrm>
            <a:off x="20140410" y="5731798"/>
            <a:ext cx="2046550" cy="1061250"/>
          </a:xfrm>
          <a:prstGeom prst="rect">
            <a:avLst/>
          </a:prstGeom>
          <a:ln w="12700">
            <a:miter lim="400000"/>
          </a:ln>
        </p:spPr>
      </p:pic>
      <p:sp>
        <p:nvSpPr>
          <p:cNvPr id="289" name="Foros"/>
          <p:cNvSpPr txBox="1"/>
          <p:nvPr/>
        </p:nvSpPr>
        <p:spPr>
          <a:xfrm>
            <a:off x="20506093" y="5911760"/>
            <a:ext cx="1435870" cy="70132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="http://schemas.openxmlformats.org/officeDocument/2006/math" xmlns:a14="http://schemas.microsoft.com/office/drawing/2010/main" xmlns:ma14="http://schemas.microsoft.com/office/mac/drawingml/2011/main" xmlns="" val="1"/>
            </a:ext>
          </a:extLst>
        </p:spPr>
        <p:txBody>
          <a:bodyPr lIns="25400" tIns="25400" rIns="25400" bIns="25400">
            <a:normAutofit/>
          </a:bodyPr>
          <a:lstStyle>
            <a:lvl1pPr marL="457200" indent="-457200">
              <a:spcBef>
                <a:spcPts val="1200"/>
              </a:spcBef>
              <a:defRPr sz="3700">
                <a:solidFill>
                  <a:srgbClr val="143C5E"/>
                </a:solidFill>
                <a:latin typeface="Helvetica Light"/>
                <a:ea typeface="Helvetica Light"/>
                <a:cs typeface="Helvetica Light"/>
                <a:sym typeface="Helvetica Light"/>
              </a:defRPr>
            </a:lvl1pPr>
          </a:lstStyle>
          <a:p>
            <a:r>
              <a:rPr lang="en-US" noProof="1"/>
              <a:t>Foros</a:t>
            </a:r>
          </a:p>
        </p:txBody>
      </p:sp>
      <p:sp>
        <p:nvSpPr>
          <p:cNvPr id="6" name="Nuestras normas">
            <a:extLst>
              <a:ext uri="{FF2B5EF4-FFF2-40B4-BE49-F238E27FC236}">
                <a16:creationId xmlns:a16="http://schemas.microsoft.com/office/drawing/2014/main" id="{D63CA0EA-4490-D1BE-A7A5-7B567B91D0E1}"/>
              </a:ext>
            </a:extLst>
          </p:cNvPr>
          <p:cNvSpPr txBox="1">
            <a:spLocks/>
          </p:cNvSpPr>
          <p:nvPr/>
        </p:nvSpPr>
        <p:spPr>
          <a:xfrm>
            <a:off x="5157568" y="1025096"/>
            <a:ext cx="16535196" cy="110986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="http://schemas.openxmlformats.org/officeDocument/2006/math" xmlns:a14="http://schemas.microsoft.com/office/drawing/2010/main" xmlns:ma14="http://schemas.microsoft.com/office/mac/drawingml/2011/main" xmlns="" val="1"/>
            </a:ext>
          </a:extLst>
        </p:spPr>
        <p:txBody>
          <a:bodyPr lIns="25400" tIns="25400" rIns="25400" bIns="25400">
            <a:normAutofit/>
          </a:bodyPr>
          <a:lstStyle>
            <a:lvl1pPr marL="457200" marR="0" indent="-457200" algn="ctr" defTabSz="1828800" rtl="0" latinLnBrk="0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Tx/>
              <a:buSzTx/>
              <a:buFontTx/>
              <a:buNone/>
              <a:tabLst/>
              <a:defRPr sz="6300" b="1" i="0" u="none" strike="noStrike" cap="none" spc="0" baseline="0">
                <a:solidFill>
                  <a:srgbClr val="FFFFFF"/>
                </a:solidFill>
                <a:uFillTx/>
                <a:latin typeface="+mj-lt"/>
                <a:ea typeface="+mj-ea"/>
                <a:cs typeface="+mj-cs"/>
                <a:sym typeface="Helvetica"/>
              </a:defRPr>
            </a:lvl1pPr>
            <a:lvl2pPr marL="457200" marR="0" indent="-457200" algn="ctr" defTabSz="1828800" rtl="0" latinLnBrk="0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Tx/>
              <a:buSzTx/>
              <a:buFontTx/>
              <a:buNone/>
              <a:tabLst/>
              <a:defRPr sz="5200" b="1" i="0" u="none" strike="noStrike" cap="none" spc="0" baseline="0"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Arial"/>
              </a:defRPr>
            </a:lvl2pPr>
            <a:lvl3pPr marL="457200" marR="0" indent="-457200" algn="ctr" defTabSz="1828800" rtl="0" latinLnBrk="0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Tx/>
              <a:buSzTx/>
              <a:buFontTx/>
              <a:buNone/>
              <a:tabLst/>
              <a:defRPr sz="5200" b="1" i="0" u="none" strike="noStrike" cap="none" spc="0" baseline="0"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Arial"/>
              </a:defRPr>
            </a:lvl3pPr>
            <a:lvl4pPr marL="457200" marR="0" indent="-457200" algn="ctr" defTabSz="1828800" rtl="0" latinLnBrk="0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Tx/>
              <a:buSzTx/>
              <a:buFontTx/>
              <a:buNone/>
              <a:tabLst/>
              <a:defRPr sz="5200" b="1" i="0" u="none" strike="noStrike" cap="none" spc="0" baseline="0"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Arial"/>
              </a:defRPr>
            </a:lvl4pPr>
            <a:lvl5pPr marL="457200" marR="0" indent="-457200" algn="ctr" defTabSz="1828800" rtl="0" latinLnBrk="0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Tx/>
              <a:buSzTx/>
              <a:buFontTx/>
              <a:buNone/>
              <a:tabLst/>
              <a:defRPr sz="5200" b="1" i="0" u="none" strike="noStrike" cap="none" spc="0" baseline="0"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Arial"/>
              </a:defRPr>
            </a:lvl5pPr>
            <a:lvl6pPr marL="457200" marR="0" indent="0" algn="ctr" defTabSz="1828800" rtl="0" latinLnBrk="0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Tx/>
              <a:buSzTx/>
              <a:buFontTx/>
              <a:buNone/>
              <a:tabLst/>
              <a:defRPr sz="5200" b="1" i="0" u="none" strike="noStrike" cap="none" spc="0" baseline="0"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Arial"/>
              </a:defRPr>
            </a:lvl6pPr>
            <a:lvl7pPr marL="457200" marR="0" indent="0" algn="ctr" defTabSz="1828800" rtl="0" latinLnBrk="0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Tx/>
              <a:buSzTx/>
              <a:buFontTx/>
              <a:buNone/>
              <a:tabLst/>
              <a:defRPr sz="5200" b="1" i="0" u="none" strike="noStrike" cap="none" spc="0" baseline="0"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Arial"/>
              </a:defRPr>
            </a:lvl7pPr>
            <a:lvl8pPr marL="457200" marR="0" indent="0" algn="ctr" defTabSz="1828800" rtl="0" latinLnBrk="0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Tx/>
              <a:buSzTx/>
              <a:buFontTx/>
              <a:buNone/>
              <a:tabLst/>
              <a:defRPr sz="5200" b="1" i="0" u="none" strike="noStrike" cap="none" spc="0" baseline="0"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Arial"/>
              </a:defRPr>
            </a:lvl8pPr>
            <a:lvl9pPr marL="457200" marR="0" indent="0" algn="ctr" defTabSz="1828800" rtl="0" latinLnBrk="0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Tx/>
              <a:buSzTx/>
              <a:buFontTx/>
              <a:buNone/>
              <a:tabLst/>
              <a:defRPr sz="5200" b="1" i="0" u="none" strike="noStrike" cap="none" spc="0" baseline="0"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Arial"/>
              </a:defRPr>
            </a:lvl9pPr>
          </a:lstStyle>
          <a:p>
            <a:pPr hangingPunct="1"/>
            <a:r>
              <a:rPr lang="en-US" noProof="1">
                <a:solidFill>
                  <a:srgbClr val="143C5E"/>
                </a:solidFill>
              </a:rPr>
              <a:t>Canales de comunicación</a:t>
            </a:r>
          </a:p>
        </p:txBody>
      </p:sp>
      <p:pic>
        <p:nvPicPr>
          <p:cNvPr id="2" name="Imagen 19" descr="Imagen 19">
            <a:extLst>
              <a:ext uri="{FF2B5EF4-FFF2-40B4-BE49-F238E27FC236}">
                <a16:creationId xmlns:a16="http://schemas.microsoft.com/office/drawing/2014/main" id="{1A8FC5DB-8CF7-A80A-DA6F-5D14756C253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1526292" y="601644"/>
            <a:ext cx="1701450" cy="1080000"/>
          </a:xfrm>
          <a:prstGeom prst="rect">
            <a:avLst/>
          </a:prstGeom>
          <a:ln w="12700">
            <a:miter lim="400000"/>
          </a:ln>
        </p:spPr>
      </p:pic>
      <p:pic>
        <p:nvPicPr>
          <p:cNvPr id="10" name="Asset02 2.png" descr="Asset02 2.png">
            <a:extLst>
              <a:ext uri="{FF2B5EF4-FFF2-40B4-BE49-F238E27FC236}">
                <a16:creationId xmlns:a16="http://schemas.microsoft.com/office/drawing/2014/main" id="{FA7E43E3-DE14-0DA4-0D61-71391556B211}"/>
              </a:ext>
            </a:extLst>
          </p:cNvPr>
          <p:cNvPicPr>
            <a:picLocks noChangeAspect="1"/>
          </p:cNvPicPr>
          <p:nvPr/>
        </p:nvPicPr>
        <p:blipFill rotWithShape="1">
          <a:blip r:embed="rId5"/>
          <a:srcRect l="50000"/>
          <a:stretch/>
        </p:blipFill>
        <p:spPr>
          <a:xfrm>
            <a:off x="-1" y="1681644"/>
            <a:ext cx="4235451" cy="10718801"/>
          </a:xfrm>
          <a:prstGeom prst="rect">
            <a:avLst/>
          </a:prstGeom>
          <a:ln w="12700">
            <a:miter lim="400000"/>
          </a:ln>
        </p:spPr>
      </p:pic>
      <p:sp>
        <p:nvSpPr>
          <p:cNvPr id="5" name="CuadroTexto 4">
            <a:extLst>
              <a:ext uri="{FF2B5EF4-FFF2-40B4-BE49-F238E27FC236}">
                <a16:creationId xmlns:a16="http://schemas.microsoft.com/office/drawing/2014/main" id="{75A1E673-FAED-388C-577B-8A0D461FE488}"/>
              </a:ext>
            </a:extLst>
          </p:cNvPr>
          <p:cNvSpPr txBox="1"/>
          <p:nvPr/>
        </p:nvSpPr>
        <p:spPr>
          <a:xfrm>
            <a:off x="4230465" y="11990703"/>
            <a:ext cx="13590493" cy="738660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91438" tIns="91438" rIns="91438" bIns="91438" numCol="1" spcCol="3810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marL="0" marR="0" indent="0" defTabSz="182880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en-US">
                <a:hlinkClick r:id="rId6"/>
              </a:rPr>
              <a:t>https://sites.google.com/view/sae-info-importante/inicio</a:t>
            </a:r>
            <a:endParaRPr lang="es-ES"/>
          </a:p>
        </p:txBody>
      </p:sp>
      <p:sp>
        <p:nvSpPr>
          <p:cNvPr id="7" name="CuadroTexto 6">
            <a:extLst>
              <a:ext uri="{FF2B5EF4-FFF2-40B4-BE49-F238E27FC236}">
                <a16:creationId xmlns:a16="http://schemas.microsoft.com/office/drawing/2014/main" id="{7099A39C-2D50-FA31-A4AA-00313B9C19DA}"/>
              </a:ext>
            </a:extLst>
          </p:cNvPr>
          <p:cNvSpPr txBox="1"/>
          <p:nvPr/>
        </p:nvSpPr>
        <p:spPr>
          <a:xfrm>
            <a:off x="4225574" y="11348478"/>
            <a:ext cx="7584140" cy="738660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91438" tIns="91438" rIns="91438" bIns="91438" numCol="1" spcCol="3810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s-ES"/>
              <a:t>Servicios Educativos</a:t>
            </a:r>
            <a:endParaRPr kumimoji="0" lang="es-ES" sz="3600" b="0" i="0" u="none" strike="noStrike" cap="none" spc="0" normalizeH="0" baseline="0">
              <a:ln>
                <a:noFill/>
              </a:ln>
              <a:solidFill>
                <a:srgbClr val="000000"/>
              </a:solidFill>
              <a:effectLst/>
              <a:uFillTx/>
              <a:latin typeface="+mj-lt"/>
              <a:ea typeface="+mj-ea"/>
              <a:cs typeface="+mj-cs"/>
              <a:sym typeface="Helvetica"/>
            </a:endParaRPr>
          </a:p>
        </p:txBody>
      </p:sp>
    </p:spTree>
  </p:cSld>
  <p:clrMapOvr>
    <a:masterClrMapping/>
  </p:clrMapOvr>
  <p:transition spd="med"/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99" name="Grupo"/>
          <p:cNvGrpSpPr/>
          <p:nvPr/>
        </p:nvGrpSpPr>
        <p:grpSpPr>
          <a:xfrm>
            <a:off x="4366047" y="3358946"/>
            <a:ext cx="15747387" cy="7451996"/>
            <a:chOff x="0" y="0"/>
            <a:chExt cx="15747385" cy="7451995"/>
          </a:xfrm>
        </p:grpSpPr>
        <p:pic>
          <p:nvPicPr>
            <p:cNvPr id="294" name="Rectangle 154462.jpg" descr="Rectangle 154462.jpg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-1" y="-1"/>
              <a:ext cx="15747258" cy="2335633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pic>
          <p:nvPicPr>
            <p:cNvPr id="295" name="Rectangle 154462.jpg" descr="Rectangle 154462.jpg"/>
            <p:cNvPicPr>
              <a:picLocks noChangeAspect="1"/>
            </p:cNvPicPr>
            <p:nvPr/>
          </p:nvPicPr>
          <p:blipFill>
            <a:blip r:embed="rId2"/>
            <a:srcRect t="26481"/>
            <a:stretch>
              <a:fillRect/>
            </a:stretch>
          </p:blipFill>
          <p:spPr>
            <a:xfrm>
              <a:off x="-1" y="2043348"/>
              <a:ext cx="15747258" cy="1717119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pic>
          <p:nvPicPr>
            <p:cNvPr id="296" name="Rectangle 154462.jpg" descr="Rectangle 154462.jpg"/>
            <p:cNvPicPr>
              <a:picLocks noChangeAspect="1"/>
            </p:cNvPicPr>
            <p:nvPr/>
          </p:nvPicPr>
          <p:blipFill>
            <a:blip r:embed="rId2"/>
            <a:srcRect t="26481"/>
            <a:stretch>
              <a:fillRect/>
            </a:stretch>
          </p:blipFill>
          <p:spPr>
            <a:xfrm>
              <a:off x="85" y="3397841"/>
              <a:ext cx="15747258" cy="1717120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pic>
          <p:nvPicPr>
            <p:cNvPr id="297" name="Rectangle 154462.jpg" descr="Rectangle 154462.jpg"/>
            <p:cNvPicPr>
              <a:picLocks noChangeAspect="1"/>
            </p:cNvPicPr>
            <p:nvPr/>
          </p:nvPicPr>
          <p:blipFill>
            <a:blip r:embed="rId2"/>
            <a:srcRect t="26481"/>
            <a:stretch>
              <a:fillRect/>
            </a:stretch>
          </p:blipFill>
          <p:spPr>
            <a:xfrm>
              <a:off x="42" y="4380382"/>
              <a:ext cx="15747258" cy="1717120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pic>
          <p:nvPicPr>
            <p:cNvPr id="298" name="Rectangle 154462.jpg" descr="Rectangle 154462.jpg"/>
            <p:cNvPicPr>
              <a:picLocks noChangeAspect="1"/>
            </p:cNvPicPr>
            <p:nvPr/>
          </p:nvPicPr>
          <p:blipFill>
            <a:blip r:embed="rId2"/>
            <a:srcRect t="26481"/>
            <a:stretch>
              <a:fillRect/>
            </a:stretch>
          </p:blipFill>
          <p:spPr>
            <a:xfrm>
              <a:off x="128" y="5734876"/>
              <a:ext cx="15747258" cy="1717120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</p:grpSp>
      <p:sp>
        <p:nvSpPr>
          <p:cNvPr id="300" name="Hacer click en el enlace publicado en canal de Link"/>
          <p:cNvSpPr txBox="1"/>
          <p:nvPr/>
        </p:nvSpPr>
        <p:spPr>
          <a:xfrm>
            <a:off x="5655745" y="3927733"/>
            <a:ext cx="11519240" cy="70132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="http://schemas.openxmlformats.org/officeDocument/2006/math" xmlns:a14="http://schemas.microsoft.com/office/drawing/2010/main" xmlns:ma14="http://schemas.microsoft.com/office/mac/drawingml/2011/main" xmlns="" val="1"/>
            </a:ext>
          </a:extLst>
        </p:spPr>
        <p:txBody>
          <a:bodyPr lIns="25400" tIns="25400" rIns="25400" bIns="25400">
            <a:normAutofit/>
          </a:bodyPr>
          <a:lstStyle/>
          <a:p>
            <a:pPr marL="370972" indent="-370972">
              <a:spcBef>
                <a:spcPts val="1200"/>
              </a:spcBef>
              <a:buSzPct val="100000"/>
              <a:buChar char="•"/>
              <a:defRPr sz="3500">
                <a:solidFill>
                  <a:srgbClr val="143C5E"/>
                </a:solidFill>
                <a:latin typeface="Helvetica Light"/>
                <a:ea typeface="Helvetica Light"/>
                <a:cs typeface="Helvetica Light"/>
                <a:sym typeface="Helvetica Light"/>
              </a:defRPr>
            </a:pPr>
            <a:r>
              <a:rPr lang="en-US" noProof="1"/>
              <a:t>Hacer clic en el enlace publicado en canal de </a:t>
            </a:r>
            <a:r>
              <a:rPr lang="en-US" b="1" noProof="1">
                <a:solidFill>
                  <a:srgbClr val="2A7DC4"/>
                </a:solidFill>
                <a:latin typeface="+mj-lt"/>
                <a:ea typeface="+mj-ea"/>
                <a:cs typeface="+mj-cs"/>
                <a:sym typeface="Helvetica"/>
              </a:rPr>
              <a:t>Enlaces</a:t>
            </a:r>
          </a:p>
        </p:txBody>
      </p:sp>
      <p:sp>
        <p:nvSpPr>
          <p:cNvPr id="301" name="Conectarse utilizando el correo electrónico del alumno."/>
          <p:cNvSpPr txBox="1"/>
          <p:nvPr/>
        </p:nvSpPr>
        <p:spPr>
          <a:xfrm>
            <a:off x="5655745" y="4758645"/>
            <a:ext cx="12718731" cy="70132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="http://schemas.openxmlformats.org/officeDocument/2006/math" xmlns:a14="http://schemas.microsoft.com/office/drawing/2010/main" xmlns:ma14="http://schemas.microsoft.com/office/mac/drawingml/2011/main" xmlns="" val="1"/>
            </a:ext>
          </a:extLst>
        </p:spPr>
        <p:txBody>
          <a:bodyPr lIns="25400" tIns="25400" rIns="25400" bIns="25400">
            <a:normAutofit/>
          </a:bodyPr>
          <a:lstStyle>
            <a:lvl1pPr marL="370972" indent="-370972">
              <a:spcBef>
                <a:spcPts val="1200"/>
              </a:spcBef>
              <a:buSzPct val="100000"/>
              <a:buChar char="•"/>
              <a:defRPr sz="3500">
                <a:solidFill>
                  <a:srgbClr val="143C5E"/>
                </a:solidFill>
                <a:latin typeface="Helvetica Light"/>
                <a:ea typeface="Helvetica Light"/>
                <a:cs typeface="Helvetica Light"/>
                <a:sym typeface="Helvetica Light"/>
              </a:defRPr>
            </a:lvl1pPr>
          </a:lstStyle>
          <a:p>
            <a:r>
              <a:rPr lang="en-US" noProof="1"/>
              <a:t>Conectarse utilizando el correo electrónico de alumno.</a:t>
            </a:r>
          </a:p>
        </p:txBody>
      </p:sp>
      <p:sp>
        <p:nvSpPr>
          <p:cNvPr id="302" name="Bajar el archivo RDP."/>
          <p:cNvSpPr txBox="1"/>
          <p:nvPr/>
        </p:nvSpPr>
        <p:spPr>
          <a:xfrm>
            <a:off x="5655745" y="5589557"/>
            <a:ext cx="11083812" cy="70132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="http://schemas.openxmlformats.org/officeDocument/2006/math" xmlns:a14="http://schemas.microsoft.com/office/drawing/2010/main" xmlns:ma14="http://schemas.microsoft.com/office/mac/drawingml/2011/main" xmlns="" val="1"/>
            </a:ext>
          </a:extLst>
        </p:spPr>
        <p:txBody>
          <a:bodyPr lIns="25400" tIns="25400" rIns="25400" bIns="25400">
            <a:normAutofit/>
          </a:bodyPr>
          <a:lstStyle>
            <a:lvl1pPr marL="370972" indent="-370972">
              <a:spcBef>
                <a:spcPts val="1200"/>
              </a:spcBef>
              <a:buSzPct val="100000"/>
              <a:buChar char="•"/>
              <a:defRPr sz="3500">
                <a:solidFill>
                  <a:srgbClr val="143C5E"/>
                </a:solidFill>
                <a:latin typeface="Helvetica Light"/>
                <a:ea typeface="Helvetica Light"/>
                <a:cs typeface="Helvetica Light"/>
                <a:sym typeface="Helvetica Light"/>
              </a:defRPr>
            </a:lvl1pPr>
          </a:lstStyle>
          <a:p>
            <a:r>
              <a:t>Bajar el archivo RDP.</a:t>
            </a:r>
          </a:p>
        </p:txBody>
      </p:sp>
      <p:sp>
        <p:nvSpPr>
          <p:cNvPr id="303" name="Editar el acceso según la configuración."/>
          <p:cNvSpPr txBox="1"/>
          <p:nvPr/>
        </p:nvSpPr>
        <p:spPr>
          <a:xfrm>
            <a:off x="5655745" y="6420469"/>
            <a:ext cx="12718731" cy="70132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="http://schemas.openxmlformats.org/officeDocument/2006/math" xmlns:a14="http://schemas.microsoft.com/office/drawing/2010/main" xmlns:ma14="http://schemas.microsoft.com/office/mac/drawingml/2011/main" xmlns="" val="1"/>
            </a:ext>
          </a:extLst>
        </p:spPr>
        <p:txBody>
          <a:bodyPr lIns="25400" tIns="25400" rIns="25400" bIns="25400">
            <a:normAutofit/>
          </a:bodyPr>
          <a:lstStyle>
            <a:lvl1pPr marL="370972" indent="-370972">
              <a:spcBef>
                <a:spcPts val="1200"/>
              </a:spcBef>
              <a:buSzPct val="100000"/>
              <a:buChar char="•"/>
              <a:defRPr sz="3500">
                <a:solidFill>
                  <a:srgbClr val="143C5E"/>
                </a:solidFill>
                <a:latin typeface="Helvetica Light"/>
                <a:ea typeface="Helvetica Light"/>
                <a:cs typeface="Helvetica Light"/>
                <a:sym typeface="Helvetica Light"/>
              </a:defRPr>
            </a:lvl1pPr>
          </a:lstStyle>
          <a:p>
            <a:r>
              <a:t>Editar el acceso según la configuración.</a:t>
            </a:r>
          </a:p>
        </p:txBody>
      </p:sp>
      <p:sp>
        <p:nvSpPr>
          <p:cNvPr id="304" name="Conectarse."/>
          <p:cNvSpPr txBox="1"/>
          <p:nvPr/>
        </p:nvSpPr>
        <p:spPr>
          <a:xfrm>
            <a:off x="5655745" y="7251381"/>
            <a:ext cx="11083812" cy="70132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="http://schemas.openxmlformats.org/officeDocument/2006/math" xmlns:a14="http://schemas.microsoft.com/office/drawing/2010/main" xmlns:ma14="http://schemas.microsoft.com/office/mac/drawingml/2011/main" xmlns="" val="1"/>
            </a:ext>
          </a:extLst>
        </p:spPr>
        <p:txBody>
          <a:bodyPr lIns="25400" tIns="25400" rIns="25400" bIns="25400">
            <a:normAutofit/>
          </a:bodyPr>
          <a:lstStyle>
            <a:lvl1pPr marL="370972" indent="-370972">
              <a:spcBef>
                <a:spcPts val="1200"/>
              </a:spcBef>
              <a:buSzPct val="100000"/>
              <a:buChar char="•"/>
              <a:defRPr sz="3500">
                <a:solidFill>
                  <a:srgbClr val="143C5E"/>
                </a:solidFill>
                <a:latin typeface="Helvetica Light"/>
                <a:ea typeface="Helvetica Light"/>
                <a:cs typeface="Helvetica Light"/>
                <a:sym typeface="Helvetica Light"/>
              </a:defRPr>
            </a:lvl1pPr>
          </a:lstStyle>
          <a:p>
            <a:r>
              <a:t>Conectarse.</a:t>
            </a:r>
          </a:p>
        </p:txBody>
      </p:sp>
      <p:sp>
        <p:nvSpPr>
          <p:cNvPr id="305" name="Digital la contraseña publicado en canal de Link"/>
          <p:cNvSpPr txBox="1"/>
          <p:nvPr/>
        </p:nvSpPr>
        <p:spPr>
          <a:xfrm>
            <a:off x="5655745" y="8082293"/>
            <a:ext cx="12718731" cy="70132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="http://schemas.openxmlformats.org/officeDocument/2006/math" xmlns:a14="http://schemas.microsoft.com/office/drawing/2010/main" xmlns:ma14="http://schemas.microsoft.com/office/mac/drawingml/2011/main" xmlns="" val="1"/>
            </a:ext>
          </a:extLst>
        </p:spPr>
        <p:txBody>
          <a:bodyPr lIns="25400" tIns="25400" rIns="25400" bIns="25400">
            <a:normAutofit/>
          </a:bodyPr>
          <a:lstStyle/>
          <a:p>
            <a:pPr marL="370972" indent="-370972">
              <a:spcBef>
                <a:spcPts val="1200"/>
              </a:spcBef>
              <a:buSzPct val="100000"/>
              <a:buChar char="•"/>
              <a:defRPr sz="3500">
                <a:solidFill>
                  <a:srgbClr val="143C5E"/>
                </a:solidFill>
                <a:latin typeface="Helvetica Light"/>
                <a:ea typeface="Helvetica Light"/>
                <a:cs typeface="Helvetica Light"/>
                <a:sym typeface="Helvetica Light"/>
              </a:defRPr>
            </a:pPr>
            <a:r>
              <a:rPr lang="en-US" noProof="1"/>
              <a:t>Digitar la contraseña publicada en canal de </a:t>
            </a:r>
            <a:r>
              <a:rPr lang="es-ES" b="1">
                <a:solidFill>
                  <a:srgbClr val="2A7DC4"/>
                </a:solidFill>
                <a:latin typeface="+mj-lt"/>
                <a:ea typeface="+mj-ea"/>
                <a:cs typeface="+mj-cs"/>
                <a:sym typeface="Helvetica"/>
              </a:rPr>
              <a:t>Enlaces</a:t>
            </a:r>
            <a:endParaRPr b="1">
              <a:solidFill>
                <a:srgbClr val="2A7DC4"/>
              </a:solidFill>
              <a:latin typeface="+mj-lt"/>
              <a:ea typeface="+mj-ea"/>
              <a:cs typeface="+mj-cs"/>
              <a:sym typeface="Helvetica"/>
            </a:endParaRPr>
          </a:p>
        </p:txBody>
      </p:sp>
      <p:sp>
        <p:nvSpPr>
          <p:cNvPr id="306" name="Sincronizar el OneDrive en la máquina remota para sincronizar"/>
          <p:cNvSpPr txBox="1"/>
          <p:nvPr/>
        </p:nvSpPr>
        <p:spPr>
          <a:xfrm>
            <a:off x="5655745" y="8913204"/>
            <a:ext cx="14788244" cy="191547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="http://schemas.openxmlformats.org/officeDocument/2006/math" xmlns:a14="http://schemas.microsoft.com/office/drawing/2010/main" xmlns:ma14="http://schemas.microsoft.com/office/mac/drawingml/2011/main" xmlns="" val="1"/>
            </a:ext>
          </a:extLst>
        </p:spPr>
        <p:txBody>
          <a:bodyPr lIns="25400" tIns="25400" rIns="25400" bIns="25400">
            <a:normAutofit/>
          </a:bodyPr>
          <a:lstStyle>
            <a:lvl1pPr marL="370972" indent="-370972">
              <a:lnSpc>
                <a:spcPct val="140000"/>
              </a:lnSpc>
              <a:spcBef>
                <a:spcPts val="1000"/>
              </a:spcBef>
              <a:buSzPct val="100000"/>
              <a:buChar char="•"/>
              <a:defRPr sz="3500">
                <a:solidFill>
                  <a:srgbClr val="143C5E"/>
                </a:solidFill>
                <a:latin typeface="Helvetica Light"/>
                <a:ea typeface="Helvetica Light"/>
                <a:cs typeface="Helvetica Light"/>
                <a:sym typeface="Helvetica Light"/>
              </a:defRPr>
            </a:lvl1pPr>
          </a:lstStyle>
          <a:p>
            <a:r>
              <a:rPr lang="en-US" noProof="1"/>
              <a:t>Sincronizar el OneDrive en la máquina remota para sincronizar</a:t>
            </a:r>
          </a:p>
        </p:txBody>
      </p:sp>
      <p:sp>
        <p:nvSpPr>
          <p:cNvPr id="307" name="todos los archivos de trabajo y materiales."/>
          <p:cNvSpPr txBox="1"/>
          <p:nvPr/>
        </p:nvSpPr>
        <p:spPr>
          <a:xfrm>
            <a:off x="6030070" y="9598198"/>
            <a:ext cx="9151351" cy="69788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="http://schemas.openxmlformats.org/officeDocument/2006/math" xmlns:a14="http://schemas.microsoft.com/office/drawing/2010/main" xmlns:ma14="http://schemas.microsoft.com/office/mac/drawingml/2011/main" xmlns="" val="1"/>
            </a:ext>
          </a:extLst>
        </p:spPr>
        <p:txBody>
          <a:bodyPr lIns="25400" tIns="25400" rIns="25400" bIns="25400">
            <a:normAutofit lnSpcReduction="10000"/>
          </a:bodyPr>
          <a:lstStyle>
            <a:lvl1pPr marL="457200" indent="-457200">
              <a:lnSpc>
                <a:spcPct val="140000"/>
              </a:lnSpc>
              <a:spcBef>
                <a:spcPts val="1000"/>
              </a:spcBef>
              <a:defRPr sz="3500">
                <a:solidFill>
                  <a:srgbClr val="143C5E"/>
                </a:solidFill>
                <a:latin typeface="Helvetica Light"/>
                <a:ea typeface="Helvetica Light"/>
                <a:cs typeface="Helvetica Light"/>
                <a:sym typeface="Helvetica Light"/>
              </a:defRPr>
            </a:lvl1pPr>
          </a:lstStyle>
          <a:p>
            <a:r>
              <a:rPr lang="en-US" noProof="1"/>
              <a:t>todos los archivos de trabajo y materiales.</a:t>
            </a:r>
          </a:p>
        </p:txBody>
      </p:sp>
      <p:sp>
        <p:nvSpPr>
          <p:cNvPr id="4" name="Nuestras normas">
            <a:extLst>
              <a:ext uri="{FF2B5EF4-FFF2-40B4-BE49-F238E27FC236}">
                <a16:creationId xmlns:a16="http://schemas.microsoft.com/office/drawing/2014/main" id="{7135F023-521D-9343-FD09-7DC0EC38A803}"/>
              </a:ext>
            </a:extLst>
          </p:cNvPr>
          <p:cNvSpPr txBox="1">
            <a:spLocks/>
          </p:cNvSpPr>
          <p:nvPr/>
        </p:nvSpPr>
        <p:spPr>
          <a:xfrm>
            <a:off x="3605214" y="906452"/>
            <a:ext cx="16535196" cy="110986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="http://schemas.openxmlformats.org/officeDocument/2006/math" xmlns:a14="http://schemas.microsoft.com/office/drawing/2010/main" xmlns:ma14="http://schemas.microsoft.com/office/mac/drawingml/2011/main" xmlns="" val="1"/>
            </a:ext>
          </a:extLst>
        </p:spPr>
        <p:txBody>
          <a:bodyPr lIns="25400" tIns="25400" rIns="25400" bIns="25400">
            <a:normAutofit/>
          </a:bodyPr>
          <a:lstStyle>
            <a:lvl1pPr marL="457200" marR="0" indent="-457200" algn="ctr" defTabSz="1828800" rtl="0" latinLnBrk="0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Tx/>
              <a:buSzTx/>
              <a:buFontTx/>
              <a:buNone/>
              <a:tabLst/>
              <a:defRPr sz="6300" b="1" i="0" u="none" strike="noStrike" cap="none" spc="0" baseline="0">
                <a:solidFill>
                  <a:srgbClr val="FFFFFF"/>
                </a:solidFill>
                <a:uFillTx/>
                <a:latin typeface="+mj-lt"/>
                <a:ea typeface="+mj-ea"/>
                <a:cs typeface="+mj-cs"/>
                <a:sym typeface="Helvetica"/>
              </a:defRPr>
            </a:lvl1pPr>
            <a:lvl2pPr marL="457200" marR="0" indent="-457200" algn="ctr" defTabSz="1828800" rtl="0" latinLnBrk="0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Tx/>
              <a:buSzTx/>
              <a:buFontTx/>
              <a:buNone/>
              <a:tabLst/>
              <a:defRPr sz="5200" b="1" i="0" u="none" strike="noStrike" cap="none" spc="0" baseline="0"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Arial"/>
              </a:defRPr>
            </a:lvl2pPr>
            <a:lvl3pPr marL="457200" marR="0" indent="-457200" algn="ctr" defTabSz="1828800" rtl="0" latinLnBrk="0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Tx/>
              <a:buSzTx/>
              <a:buFontTx/>
              <a:buNone/>
              <a:tabLst/>
              <a:defRPr sz="5200" b="1" i="0" u="none" strike="noStrike" cap="none" spc="0" baseline="0"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Arial"/>
              </a:defRPr>
            </a:lvl3pPr>
            <a:lvl4pPr marL="457200" marR="0" indent="-457200" algn="ctr" defTabSz="1828800" rtl="0" latinLnBrk="0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Tx/>
              <a:buSzTx/>
              <a:buFontTx/>
              <a:buNone/>
              <a:tabLst/>
              <a:defRPr sz="5200" b="1" i="0" u="none" strike="noStrike" cap="none" spc="0" baseline="0"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Arial"/>
              </a:defRPr>
            </a:lvl4pPr>
            <a:lvl5pPr marL="457200" marR="0" indent="-457200" algn="ctr" defTabSz="1828800" rtl="0" latinLnBrk="0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Tx/>
              <a:buSzTx/>
              <a:buFontTx/>
              <a:buNone/>
              <a:tabLst/>
              <a:defRPr sz="5200" b="1" i="0" u="none" strike="noStrike" cap="none" spc="0" baseline="0"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Arial"/>
              </a:defRPr>
            </a:lvl5pPr>
            <a:lvl6pPr marL="457200" marR="0" indent="0" algn="ctr" defTabSz="1828800" rtl="0" latinLnBrk="0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Tx/>
              <a:buSzTx/>
              <a:buFontTx/>
              <a:buNone/>
              <a:tabLst/>
              <a:defRPr sz="5200" b="1" i="0" u="none" strike="noStrike" cap="none" spc="0" baseline="0"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Arial"/>
              </a:defRPr>
            </a:lvl6pPr>
            <a:lvl7pPr marL="457200" marR="0" indent="0" algn="ctr" defTabSz="1828800" rtl="0" latinLnBrk="0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Tx/>
              <a:buSzTx/>
              <a:buFontTx/>
              <a:buNone/>
              <a:tabLst/>
              <a:defRPr sz="5200" b="1" i="0" u="none" strike="noStrike" cap="none" spc="0" baseline="0"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Arial"/>
              </a:defRPr>
            </a:lvl7pPr>
            <a:lvl8pPr marL="457200" marR="0" indent="0" algn="ctr" defTabSz="1828800" rtl="0" latinLnBrk="0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Tx/>
              <a:buSzTx/>
              <a:buFontTx/>
              <a:buNone/>
              <a:tabLst/>
              <a:defRPr sz="5200" b="1" i="0" u="none" strike="noStrike" cap="none" spc="0" baseline="0"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Arial"/>
              </a:defRPr>
            </a:lvl8pPr>
            <a:lvl9pPr marL="457200" marR="0" indent="0" algn="ctr" defTabSz="1828800" rtl="0" latinLnBrk="0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Tx/>
              <a:buSzTx/>
              <a:buFontTx/>
              <a:buNone/>
              <a:tabLst/>
              <a:defRPr sz="5200" b="1" i="0" u="none" strike="noStrike" cap="none" spc="0" baseline="0"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Arial"/>
              </a:defRPr>
            </a:lvl9pPr>
          </a:lstStyle>
          <a:p>
            <a:pPr hangingPunct="1"/>
            <a:r>
              <a:rPr lang="en-US" noProof="1">
                <a:solidFill>
                  <a:srgbClr val="143C5E"/>
                </a:solidFill>
              </a:rPr>
              <a:t>Azure Lab Services</a:t>
            </a:r>
          </a:p>
        </p:txBody>
      </p:sp>
      <p:pic>
        <p:nvPicPr>
          <p:cNvPr id="2" name="Imagen 19" descr="Imagen 19">
            <a:extLst>
              <a:ext uri="{FF2B5EF4-FFF2-40B4-BE49-F238E27FC236}">
                <a16:creationId xmlns:a16="http://schemas.microsoft.com/office/drawing/2014/main" id="{6ADA0B8C-3855-E70F-00BE-BDCE7DD359E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1526292" y="601644"/>
            <a:ext cx="1701450" cy="1080000"/>
          </a:xfrm>
          <a:prstGeom prst="rect">
            <a:avLst/>
          </a:prstGeom>
          <a:ln w="12700">
            <a:miter lim="400000"/>
          </a:ln>
        </p:spPr>
      </p:pic>
      <p:pic>
        <p:nvPicPr>
          <p:cNvPr id="5" name="Asset02 2.png" descr="Asset02 2.png">
            <a:extLst>
              <a:ext uri="{FF2B5EF4-FFF2-40B4-BE49-F238E27FC236}">
                <a16:creationId xmlns:a16="http://schemas.microsoft.com/office/drawing/2014/main" id="{848CE102-44A7-8AA8-3B15-9D2FFAC90687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rcRect l="50000"/>
          <a:stretch/>
        </p:blipFill>
        <p:spPr>
          <a:xfrm>
            <a:off x="170738" y="1738557"/>
            <a:ext cx="4235451" cy="10718801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p:transition spd="med"/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>
            <a:extLst>
              <a:ext uri="{FF2B5EF4-FFF2-40B4-BE49-F238E27FC236}">
                <a16:creationId xmlns:a16="http://schemas.microsoft.com/office/drawing/2014/main" id="{4F4BAD90-90F3-C12A-66A7-BDB231E410C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178884" y="3047447"/>
            <a:ext cx="17183100" cy="80676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Nuestras normas">
            <a:extLst>
              <a:ext uri="{FF2B5EF4-FFF2-40B4-BE49-F238E27FC236}">
                <a16:creationId xmlns:a16="http://schemas.microsoft.com/office/drawing/2014/main" id="{B68D5E10-2BC8-2CEB-EA41-19066F45A85E}"/>
              </a:ext>
            </a:extLst>
          </p:cNvPr>
          <p:cNvSpPr txBox="1">
            <a:spLocks/>
          </p:cNvSpPr>
          <p:nvPr/>
        </p:nvSpPr>
        <p:spPr>
          <a:xfrm>
            <a:off x="5816786" y="1021256"/>
            <a:ext cx="14533930" cy="110986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="http://schemas.openxmlformats.org/officeDocument/2006/math" xmlns:a14="http://schemas.microsoft.com/office/drawing/2010/main" xmlns:ma14="http://schemas.microsoft.com/office/mac/drawingml/2011/main" xmlns="" val="1"/>
            </a:ext>
          </a:extLst>
        </p:spPr>
        <p:txBody>
          <a:bodyPr lIns="25400" tIns="25400" rIns="25400" bIns="25400">
            <a:normAutofit/>
          </a:bodyPr>
          <a:lstStyle>
            <a:lvl1pPr marL="457200" marR="0" indent="-457200" algn="ctr" defTabSz="1828800" rtl="0" latinLnBrk="0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Tx/>
              <a:buSzTx/>
              <a:buFontTx/>
              <a:buNone/>
              <a:tabLst/>
              <a:defRPr sz="6300" b="1" i="0" u="none" strike="noStrike" cap="none" spc="0" baseline="0">
                <a:solidFill>
                  <a:srgbClr val="FFFFFF"/>
                </a:solidFill>
                <a:uFillTx/>
                <a:latin typeface="+mj-lt"/>
                <a:ea typeface="+mj-ea"/>
                <a:cs typeface="+mj-cs"/>
                <a:sym typeface="Helvetica"/>
              </a:defRPr>
            </a:lvl1pPr>
            <a:lvl2pPr marL="457200" marR="0" indent="-457200" algn="ctr" defTabSz="1828800" rtl="0" latinLnBrk="0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Tx/>
              <a:buSzTx/>
              <a:buFontTx/>
              <a:buNone/>
              <a:tabLst/>
              <a:defRPr sz="5200" b="1" i="0" u="none" strike="noStrike" cap="none" spc="0" baseline="0"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Arial"/>
              </a:defRPr>
            </a:lvl2pPr>
            <a:lvl3pPr marL="457200" marR="0" indent="-457200" algn="ctr" defTabSz="1828800" rtl="0" latinLnBrk="0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Tx/>
              <a:buSzTx/>
              <a:buFontTx/>
              <a:buNone/>
              <a:tabLst/>
              <a:defRPr sz="5200" b="1" i="0" u="none" strike="noStrike" cap="none" spc="0" baseline="0"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Arial"/>
              </a:defRPr>
            </a:lvl3pPr>
            <a:lvl4pPr marL="457200" marR="0" indent="-457200" algn="ctr" defTabSz="1828800" rtl="0" latinLnBrk="0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Tx/>
              <a:buSzTx/>
              <a:buFontTx/>
              <a:buNone/>
              <a:tabLst/>
              <a:defRPr sz="5200" b="1" i="0" u="none" strike="noStrike" cap="none" spc="0" baseline="0"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Arial"/>
              </a:defRPr>
            </a:lvl4pPr>
            <a:lvl5pPr marL="457200" marR="0" indent="-457200" algn="ctr" defTabSz="1828800" rtl="0" latinLnBrk="0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Tx/>
              <a:buSzTx/>
              <a:buFontTx/>
              <a:buNone/>
              <a:tabLst/>
              <a:defRPr sz="5200" b="1" i="0" u="none" strike="noStrike" cap="none" spc="0" baseline="0"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Arial"/>
              </a:defRPr>
            </a:lvl5pPr>
            <a:lvl6pPr marL="457200" marR="0" indent="0" algn="ctr" defTabSz="1828800" rtl="0" latinLnBrk="0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Tx/>
              <a:buSzTx/>
              <a:buFontTx/>
              <a:buNone/>
              <a:tabLst/>
              <a:defRPr sz="5200" b="1" i="0" u="none" strike="noStrike" cap="none" spc="0" baseline="0"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Arial"/>
              </a:defRPr>
            </a:lvl6pPr>
            <a:lvl7pPr marL="457200" marR="0" indent="0" algn="ctr" defTabSz="1828800" rtl="0" latinLnBrk="0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Tx/>
              <a:buSzTx/>
              <a:buFontTx/>
              <a:buNone/>
              <a:tabLst/>
              <a:defRPr sz="5200" b="1" i="0" u="none" strike="noStrike" cap="none" spc="0" baseline="0"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Arial"/>
              </a:defRPr>
            </a:lvl7pPr>
            <a:lvl8pPr marL="457200" marR="0" indent="0" algn="ctr" defTabSz="1828800" rtl="0" latinLnBrk="0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Tx/>
              <a:buSzTx/>
              <a:buFontTx/>
              <a:buNone/>
              <a:tabLst/>
              <a:defRPr sz="5200" b="1" i="0" u="none" strike="noStrike" cap="none" spc="0" baseline="0"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Arial"/>
              </a:defRPr>
            </a:lvl8pPr>
            <a:lvl9pPr marL="457200" marR="0" indent="0" algn="ctr" defTabSz="1828800" rtl="0" latinLnBrk="0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Tx/>
              <a:buSzTx/>
              <a:buFontTx/>
              <a:buNone/>
              <a:tabLst/>
              <a:defRPr sz="5200" b="1" i="0" u="none" strike="noStrike" cap="none" spc="0" baseline="0"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Arial"/>
              </a:defRPr>
            </a:lvl9pPr>
          </a:lstStyle>
          <a:p>
            <a:pPr hangingPunct="1"/>
            <a:r>
              <a:rPr lang="en-US" noProof="1">
                <a:solidFill>
                  <a:srgbClr val="143C5E"/>
                </a:solidFill>
              </a:rPr>
              <a:t>Azure Lab Services</a:t>
            </a:r>
          </a:p>
        </p:txBody>
      </p:sp>
      <p:pic>
        <p:nvPicPr>
          <p:cNvPr id="2" name="Imagen 19" descr="Imagen 19">
            <a:extLst>
              <a:ext uri="{FF2B5EF4-FFF2-40B4-BE49-F238E27FC236}">
                <a16:creationId xmlns:a16="http://schemas.microsoft.com/office/drawing/2014/main" id="{92D349D4-9D1A-90CD-FD0D-571640166D3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1526292" y="601644"/>
            <a:ext cx="1701450" cy="1080000"/>
          </a:xfrm>
          <a:prstGeom prst="rect">
            <a:avLst/>
          </a:prstGeom>
          <a:ln w="12700">
            <a:miter lim="400000"/>
          </a:ln>
        </p:spPr>
      </p:pic>
      <p:pic>
        <p:nvPicPr>
          <p:cNvPr id="4" name="Asset02 2.png" descr="Asset02 2.png">
            <a:extLst>
              <a:ext uri="{FF2B5EF4-FFF2-40B4-BE49-F238E27FC236}">
                <a16:creationId xmlns:a16="http://schemas.microsoft.com/office/drawing/2014/main" id="{BFA60FBF-8B06-5A82-D017-9F9DB964F692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rcRect l="50000"/>
          <a:stretch/>
        </p:blipFill>
        <p:spPr>
          <a:xfrm>
            <a:off x="-1" y="1681644"/>
            <a:ext cx="4235451" cy="10718801"/>
          </a:xfrm>
          <a:prstGeom prst="rect">
            <a:avLst/>
          </a:prstGeom>
          <a:ln w="12700">
            <a:miter lim="400000"/>
          </a:ln>
        </p:spPr>
      </p:pic>
    </p:spTree>
    <p:extLst>
      <p:ext uri="{BB962C8B-B14F-4D97-AF65-F5344CB8AC3E}">
        <p14:creationId xmlns:p14="http://schemas.microsoft.com/office/powerpoint/2010/main" val="2326571736"/>
      </p:ext>
    </p:extLst>
  </p:cSld>
  <p:clrMapOvr>
    <a:masterClrMapping/>
  </p:clrMapOvr>
  <p:transition spd="med"/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12" name="Grupo" descr="Grupo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61463" y="3358946"/>
            <a:ext cx="13756424" cy="2040352"/>
          </a:xfrm>
          <a:prstGeom prst="rect">
            <a:avLst/>
          </a:prstGeom>
          <a:ln w="12700">
            <a:miter lim="400000"/>
          </a:ln>
        </p:spPr>
      </p:pic>
      <p:sp>
        <p:nvSpPr>
          <p:cNvPr id="313" name="Los materiales del curso han sido compartidos en Microsoft Teams en la sección de equipos en canal de Links"/>
          <p:cNvSpPr txBox="1"/>
          <p:nvPr/>
        </p:nvSpPr>
        <p:spPr>
          <a:xfrm>
            <a:off x="5704218" y="3773599"/>
            <a:ext cx="12975563" cy="269099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="http://schemas.openxmlformats.org/officeDocument/2006/math" xmlns:a14="http://schemas.microsoft.com/office/drawing/2010/main" xmlns:ma14="http://schemas.microsoft.com/office/mac/drawingml/2011/main" xmlns="" val="1"/>
            </a:ext>
          </a:extLst>
        </p:spPr>
        <p:txBody>
          <a:bodyPr lIns="25400" tIns="25400" rIns="25400" bIns="25400">
            <a:normAutofit/>
          </a:bodyPr>
          <a:lstStyle/>
          <a:p>
            <a:pPr algn="ctr">
              <a:spcBef>
                <a:spcPts val="1200"/>
              </a:spcBef>
              <a:buSzPct val="100000"/>
              <a:defRPr sz="3500">
                <a:solidFill>
                  <a:srgbClr val="143C5E"/>
                </a:solidFill>
                <a:latin typeface="Helvetica Light"/>
                <a:ea typeface="Helvetica Light"/>
                <a:cs typeface="Helvetica Light"/>
                <a:sym typeface="Helvetica Light"/>
              </a:defRPr>
            </a:pPr>
            <a:r>
              <a:rPr lang="en-US" noProof="1"/>
              <a:t>Los materiales del curso virtual han sido compartidos en Microsoft Teams en la sección de </a:t>
            </a:r>
            <a:r>
              <a:rPr lang="en-US" b="1" noProof="1">
                <a:latin typeface="+mj-lt"/>
                <a:ea typeface="+mj-ea"/>
                <a:cs typeface="+mj-cs"/>
                <a:sym typeface="Helvetica"/>
              </a:rPr>
              <a:t>equipos </a:t>
            </a:r>
            <a:r>
              <a:rPr lang="en-US" noProof="1">
                <a:latin typeface="+mj-lt"/>
                <a:ea typeface="+mj-ea"/>
                <a:cs typeface="+mj-cs"/>
                <a:sym typeface="Helvetica"/>
              </a:rPr>
              <a:t>en canal de</a:t>
            </a:r>
            <a:r>
              <a:rPr lang="en-US" b="1" noProof="1">
                <a:latin typeface="+mj-lt"/>
                <a:ea typeface="+mj-ea"/>
                <a:cs typeface="+mj-cs"/>
                <a:sym typeface="Helvetica"/>
              </a:rPr>
              <a:t> General</a:t>
            </a:r>
          </a:p>
          <a:p>
            <a:pPr algn="ctr">
              <a:spcBef>
                <a:spcPts val="1200"/>
              </a:spcBef>
              <a:buSzPct val="100000"/>
              <a:defRPr sz="3500">
                <a:solidFill>
                  <a:srgbClr val="143C5E"/>
                </a:solidFill>
                <a:latin typeface="Helvetica Light"/>
                <a:ea typeface="Helvetica Light"/>
                <a:cs typeface="Helvetica Light"/>
                <a:sym typeface="Helvetica Light"/>
              </a:defRPr>
            </a:pPr>
            <a:endParaRPr lang="en-US" b="1" noProof="1"/>
          </a:p>
          <a:p>
            <a:pPr algn="ctr">
              <a:spcBef>
                <a:spcPts val="1200"/>
              </a:spcBef>
              <a:buSzPct val="100000"/>
              <a:defRPr sz="3500">
                <a:solidFill>
                  <a:srgbClr val="143C5E"/>
                </a:solidFill>
                <a:latin typeface="Helvetica Light"/>
                <a:ea typeface="Helvetica Light"/>
                <a:cs typeface="Helvetica Light"/>
                <a:sym typeface="Helvetica Light"/>
              </a:defRPr>
            </a:pPr>
            <a:endParaRPr lang="en-US" b="1" noProof="1">
              <a:latin typeface="+mj-lt"/>
              <a:ea typeface="+mj-ea"/>
              <a:cs typeface="+mj-cs"/>
              <a:sym typeface="Helvetica"/>
            </a:endParaRPr>
          </a:p>
        </p:txBody>
      </p:sp>
      <p:pic>
        <p:nvPicPr>
          <p:cNvPr id="314" name="Picture 6" descr="Picture 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784229" y="7005637"/>
            <a:ext cx="7774001" cy="4716229"/>
          </a:xfrm>
          <a:prstGeom prst="rect">
            <a:avLst/>
          </a:prstGeom>
          <a:ln w="12700">
            <a:miter lim="400000"/>
          </a:ln>
        </p:spPr>
      </p:pic>
      <p:pic>
        <p:nvPicPr>
          <p:cNvPr id="315" name="Picture 8" descr="Picture 8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194884" y="8960819"/>
            <a:ext cx="5102577" cy="865050"/>
          </a:xfrm>
          <a:prstGeom prst="rect">
            <a:avLst/>
          </a:prstGeom>
          <a:ln w="12700">
            <a:miter lim="400000"/>
          </a:ln>
        </p:spPr>
      </p:pic>
      <p:sp>
        <p:nvSpPr>
          <p:cNvPr id="4" name="Nuestras normas">
            <a:extLst>
              <a:ext uri="{FF2B5EF4-FFF2-40B4-BE49-F238E27FC236}">
                <a16:creationId xmlns:a16="http://schemas.microsoft.com/office/drawing/2014/main" id="{6493F7FA-3230-A099-08C5-1CF2A81A8CBD}"/>
              </a:ext>
            </a:extLst>
          </p:cNvPr>
          <p:cNvSpPr txBox="1">
            <a:spLocks/>
          </p:cNvSpPr>
          <p:nvPr/>
        </p:nvSpPr>
        <p:spPr>
          <a:xfrm>
            <a:off x="3605214" y="906452"/>
            <a:ext cx="16535196" cy="138719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="http://schemas.openxmlformats.org/officeDocument/2006/math" xmlns:a14="http://schemas.microsoft.com/office/drawing/2010/main" xmlns:ma14="http://schemas.microsoft.com/office/mac/drawingml/2011/main" xmlns="" val="1"/>
            </a:ext>
          </a:extLst>
        </p:spPr>
        <p:txBody>
          <a:bodyPr lIns="25400" tIns="25400" rIns="25400" bIns="25400">
            <a:normAutofit/>
          </a:bodyPr>
          <a:lstStyle>
            <a:lvl1pPr marL="457200" marR="0" indent="-457200" algn="ctr" defTabSz="1828800" rtl="0" latinLnBrk="0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Tx/>
              <a:buSzTx/>
              <a:buFontTx/>
              <a:buNone/>
              <a:tabLst/>
              <a:defRPr sz="6300" b="1" i="0" u="none" strike="noStrike" cap="none" spc="0" baseline="0">
                <a:solidFill>
                  <a:srgbClr val="FFFFFF"/>
                </a:solidFill>
                <a:uFillTx/>
                <a:latin typeface="+mj-lt"/>
                <a:ea typeface="+mj-ea"/>
                <a:cs typeface="+mj-cs"/>
                <a:sym typeface="Helvetica"/>
              </a:defRPr>
            </a:lvl1pPr>
            <a:lvl2pPr marL="457200" marR="0" indent="-457200" algn="ctr" defTabSz="1828800" rtl="0" latinLnBrk="0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Tx/>
              <a:buSzTx/>
              <a:buFontTx/>
              <a:buNone/>
              <a:tabLst/>
              <a:defRPr sz="5200" b="1" i="0" u="none" strike="noStrike" cap="none" spc="0" baseline="0"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Arial"/>
              </a:defRPr>
            </a:lvl2pPr>
            <a:lvl3pPr marL="457200" marR="0" indent="-457200" algn="ctr" defTabSz="1828800" rtl="0" latinLnBrk="0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Tx/>
              <a:buSzTx/>
              <a:buFontTx/>
              <a:buNone/>
              <a:tabLst/>
              <a:defRPr sz="5200" b="1" i="0" u="none" strike="noStrike" cap="none" spc="0" baseline="0"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Arial"/>
              </a:defRPr>
            </a:lvl3pPr>
            <a:lvl4pPr marL="457200" marR="0" indent="-457200" algn="ctr" defTabSz="1828800" rtl="0" latinLnBrk="0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Tx/>
              <a:buSzTx/>
              <a:buFontTx/>
              <a:buNone/>
              <a:tabLst/>
              <a:defRPr sz="5200" b="1" i="0" u="none" strike="noStrike" cap="none" spc="0" baseline="0"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Arial"/>
              </a:defRPr>
            </a:lvl4pPr>
            <a:lvl5pPr marL="457200" marR="0" indent="-457200" algn="ctr" defTabSz="1828800" rtl="0" latinLnBrk="0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Tx/>
              <a:buSzTx/>
              <a:buFontTx/>
              <a:buNone/>
              <a:tabLst/>
              <a:defRPr sz="5200" b="1" i="0" u="none" strike="noStrike" cap="none" spc="0" baseline="0"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Arial"/>
              </a:defRPr>
            </a:lvl5pPr>
            <a:lvl6pPr marL="457200" marR="0" indent="0" algn="ctr" defTabSz="1828800" rtl="0" latinLnBrk="0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Tx/>
              <a:buSzTx/>
              <a:buFontTx/>
              <a:buNone/>
              <a:tabLst/>
              <a:defRPr sz="5200" b="1" i="0" u="none" strike="noStrike" cap="none" spc="0" baseline="0"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Arial"/>
              </a:defRPr>
            </a:lvl6pPr>
            <a:lvl7pPr marL="457200" marR="0" indent="0" algn="ctr" defTabSz="1828800" rtl="0" latinLnBrk="0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Tx/>
              <a:buSzTx/>
              <a:buFontTx/>
              <a:buNone/>
              <a:tabLst/>
              <a:defRPr sz="5200" b="1" i="0" u="none" strike="noStrike" cap="none" spc="0" baseline="0"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Arial"/>
              </a:defRPr>
            </a:lvl7pPr>
            <a:lvl8pPr marL="457200" marR="0" indent="0" algn="ctr" defTabSz="1828800" rtl="0" latinLnBrk="0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Tx/>
              <a:buSzTx/>
              <a:buFontTx/>
              <a:buNone/>
              <a:tabLst/>
              <a:defRPr sz="5200" b="1" i="0" u="none" strike="noStrike" cap="none" spc="0" baseline="0"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Arial"/>
              </a:defRPr>
            </a:lvl8pPr>
            <a:lvl9pPr marL="457200" marR="0" indent="0" algn="ctr" defTabSz="1828800" rtl="0" latinLnBrk="0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Tx/>
              <a:buSzTx/>
              <a:buFontTx/>
              <a:buNone/>
              <a:tabLst/>
              <a:defRPr sz="5200" b="1" i="0" u="none" strike="noStrike" cap="none" spc="0" baseline="0"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Arial"/>
              </a:defRPr>
            </a:lvl9pPr>
          </a:lstStyle>
          <a:p>
            <a:pPr hangingPunct="1"/>
            <a:r>
              <a:rPr lang="en-US" noProof="1">
                <a:solidFill>
                  <a:srgbClr val="143C5E"/>
                </a:solidFill>
              </a:rPr>
              <a:t>Materiales educativos</a:t>
            </a:r>
          </a:p>
        </p:txBody>
      </p:sp>
      <p:pic>
        <p:nvPicPr>
          <p:cNvPr id="3" name="Asset02 2.png" descr="Asset02 2.png">
            <a:extLst>
              <a:ext uri="{FF2B5EF4-FFF2-40B4-BE49-F238E27FC236}">
                <a16:creationId xmlns:a16="http://schemas.microsoft.com/office/drawing/2014/main" id="{9299805C-146F-6810-1546-3DE037E9F466}"/>
              </a:ext>
            </a:extLst>
          </p:cNvPr>
          <p:cNvPicPr>
            <a:picLocks noChangeAspect="1"/>
          </p:cNvPicPr>
          <p:nvPr/>
        </p:nvPicPr>
        <p:blipFill rotWithShape="1">
          <a:blip r:embed="rId5"/>
          <a:srcRect l="50000"/>
          <a:stretch/>
        </p:blipFill>
        <p:spPr>
          <a:xfrm>
            <a:off x="-1" y="1681644"/>
            <a:ext cx="4235451" cy="10718801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p:transition spd="med"/>
</p:sld>
</file>

<file path=ppt/theme/theme1.xml><?xml version="1.0" encoding="utf-8"?>
<a:theme xmlns:a="http://schemas.openxmlformats.org/drawingml/2006/main" name="OU6_Jan11">
  <a:themeElements>
    <a:clrScheme name="OU6_Jan11">
      <a:dk1>
        <a:srgbClr val="000000"/>
      </a:dk1>
      <a:lt1>
        <a:srgbClr val="FFFFFF"/>
      </a:lt1>
      <a:dk2>
        <a:srgbClr val="A7A7A7"/>
      </a:dk2>
      <a:lt2>
        <a:srgbClr val="535353"/>
      </a:lt2>
      <a:accent1>
        <a:srgbClr val="CCCCCC"/>
      </a:accent1>
      <a:accent2>
        <a:srgbClr val="FF0000"/>
      </a:accent2>
      <a:accent3>
        <a:srgbClr val="8F8F8F"/>
      </a:accent3>
      <a:accent4>
        <a:srgbClr val="707070"/>
      </a:accent4>
      <a:accent5>
        <a:srgbClr val="E2E2E2"/>
      </a:accent5>
      <a:accent6>
        <a:srgbClr val="E70000"/>
      </a:accent6>
      <a:hlink>
        <a:srgbClr val="0000FF"/>
      </a:hlink>
      <a:folHlink>
        <a:srgbClr val="FF00FF"/>
      </a:folHlink>
    </a:clrScheme>
    <a:fontScheme name="OU6_Jan11">
      <a:majorFont>
        <a:latin typeface="Helvetica"/>
        <a:ea typeface="Helvetica"/>
        <a:cs typeface="Helvetica"/>
      </a:majorFont>
      <a:minorFont>
        <a:latin typeface="Arial"/>
        <a:ea typeface="Arial"/>
        <a:cs typeface="Arial"/>
      </a:minorFont>
    </a:fontScheme>
    <a:fmtScheme name="OU6_Jan11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FFFF"/>
        </a:solidFill>
        <a:ln w="25400" cap="flat">
          <a:solidFill>
            <a:schemeClr val="accent1"/>
          </a:solidFill>
          <a:prstDash val="solid"/>
          <a:round/>
        </a:ln>
        <a:effectLst/>
        <a:sp3d/>
      </a:spPr>
      <a:bodyPr rot="0" spcFirstLastPara="1" vertOverflow="overflow" horzOverflow="overflow" vert="horz" wrap="square" lIns="91438" tIns="91438" rIns="91438" bIns="91438" numCol="1" spcCol="38100" rtlCol="0" anchor="t">
        <a:spAutoFit/>
      </a:bodyPr>
      <a:lstStyle>
        <a:defPPr marL="0" marR="0" indent="0" algn="l" defTabSz="18288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36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  <a:latin typeface="+mj-lt"/>
            <a:ea typeface="+mj-ea"/>
            <a:cs typeface="+mj-cs"/>
            <a:sym typeface="Helvetica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spDef>
    <a:lnDef>
      <a:spPr>
        <a:noFill/>
        <a:ln w="25400" cap="flat">
          <a:solidFill>
            <a:schemeClr val="accent1"/>
          </a:solidFill>
          <a:prstDash val="solid"/>
          <a:round/>
        </a:ln>
        <a:effectLst/>
        <a:sp3d/>
      </a:spPr>
      <a:bodyPr rot="0" spcFirstLastPara="1" vertOverflow="overflow" horzOverflow="overflow" vert="horz" wrap="square" lIns="91439" tIns="45719" rIns="91439" bIns="45719" numCol="1" spcCol="38100" rtlCol="0" anchor="t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lnDef>
    <a:txDef>
      <a:spPr>
        <a:noFill/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91438" tIns="91438" rIns="91438" bIns="91438" numCol="1" spcCol="38100" rtlCol="0" anchor="t">
        <a:spAutoFit/>
      </a:bodyPr>
      <a:lstStyle>
        <a:defPPr marL="0" marR="0" indent="0" algn="l" defTabSz="18288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36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  <a:latin typeface="+mj-lt"/>
            <a:ea typeface="+mj-ea"/>
            <a:cs typeface="+mj-cs"/>
            <a:sym typeface="Helvetica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txDef>
  </a:objectDefaults>
  <a:extraClrSchemeLst/>
</a:theme>
</file>

<file path=ppt/theme/theme2.xml><?xml version="1.0" encoding="utf-8"?>
<a:theme xmlns:a="http://schemas.openxmlformats.org/drawingml/2006/main" name="OU6_Jan11">
  <a:themeElements>
    <a:clrScheme name="OU6_Jan11">
      <a:dk1>
        <a:srgbClr val="000000"/>
      </a:dk1>
      <a:lt1>
        <a:srgbClr val="FFFFFF"/>
      </a:lt1>
      <a:dk2>
        <a:srgbClr val="A7A7A7"/>
      </a:dk2>
      <a:lt2>
        <a:srgbClr val="535353"/>
      </a:lt2>
      <a:accent1>
        <a:srgbClr val="CCCCCC"/>
      </a:accent1>
      <a:accent2>
        <a:srgbClr val="FF0000"/>
      </a:accent2>
      <a:accent3>
        <a:srgbClr val="8F8F8F"/>
      </a:accent3>
      <a:accent4>
        <a:srgbClr val="707070"/>
      </a:accent4>
      <a:accent5>
        <a:srgbClr val="E2E2E2"/>
      </a:accent5>
      <a:accent6>
        <a:srgbClr val="E70000"/>
      </a:accent6>
      <a:hlink>
        <a:srgbClr val="0000FF"/>
      </a:hlink>
      <a:folHlink>
        <a:srgbClr val="FF00FF"/>
      </a:folHlink>
    </a:clrScheme>
    <a:fontScheme name="OU6_Jan11">
      <a:majorFont>
        <a:latin typeface="Helvetica"/>
        <a:ea typeface="Helvetica"/>
        <a:cs typeface="Helvetica"/>
      </a:majorFont>
      <a:minorFont>
        <a:latin typeface="Arial"/>
        <a:ea typeface="Arial"/>
        <a:cs typeface="Arial"/>
      </a:minorFont>
    </a:fontScheme>
    <a:fmtScheme name="OU6_Jan11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FFFF"/>
        </a:solidFill>
        <a:ln w="25400" cap="flat">
          <a:solidFill>
            <a:schemeClr val="accent1"/>
          </a:solidFill>
          <a:prstDash val="solid"/>
          <a:round/>
        </a:ln>
        <a:effectLst/>
        <a:sp3d/>
      </a:spPr>
      <a:bodyPr rot="0" spcFirstLastPara="1" vertOverflow="overflow" horzOverflow="overflow" vert="horz" wrap="square" lIns="91438" tIns="91438" rIns="91438" bIns="91438" numCol="1" spcCol="38100" rtlCol="0" anchor="t">
        <a:spAutoFit/>
      </a:bodyPr>
      <a:lstStyle>
        <a:defPPr marL="0" marR="0" indent="0" algn="l" defTabSz="18288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36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  <a:latin typeface="+mj-lt"/>
            <a:ea typeface="+mj-ea"/>
            <a:cs typeface="+mj-cs"/>
            <a:sym typeface="Helvetica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spDef>
    <a:lnDef>
      <a:spPr>
        <a:noFill/>
        <a:ln w="25400" cap="flat">
          <a:solidFill>
            <a:schemeClr val="accent1"/>
          </a:solidFill>
          <a:prstDash val="solid"/>
          <a:round/>
        </a:ln>
        <a:effectLst/>
        <a:sp3d/>
      </a:spPr>
      <a:bodyPr rot="0" spcFirstLastPara="1" vertOverflow="overflow" horzOverflow="overflow" vert="horz" wrap="square" lIns="91439" tIns="45719" rIns="91439" bIns="45719" numCol="1" spcCol="38100" rtlCol="0" anchor="t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lnDef>
    <a:txDef>
      <a:spPr>
        <a:noFill/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91438" tIns="91438" rIns="91438" bIns="91438" numCol="1" spcCol="38100" rtlCol="0" anchor="t">
        <a:spAutoFit/>
      </a:bodyPr>
      <a:lstStyle>
        <a:defPPr marL="0" marR="0" indent="0" algn="l" defTabSz="18288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36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  <a:latin typeface="+mj-lt"/>
            <a:ea typeface="+mj-ea"/>
            <a:cs typeface="+mj-cs"/>
            <a:sym typeface="Helvetica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txDef>
  </a:objectDefaults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19B3F6608A083243AE8ABA0447E5BC07" ma:contentTypeVersion="4" ma:contentTypeDescription="Create a new document." ma:contentTypeScope="" ma:versionID="07c4b73eaff17c608f4480425cce2606">
  <xsd:schema xmlns:xsd="http://www.w3.org/2001/XMLSchema" xmlns:xs="http://www.w3.org/2001/XMLSchema" xmlns:p="http://schemas.microsoft.com/office/2006/metadata/properties" xmlns:ns2="c76ccebc-f8b2-449f-a4eb-f402af3b116a" targetNamespace="http://schemas.microsoft.com/office/2006/metadata/properties" ma:root="true" ma:fieldsID="01f45a7c4c56cd18bd901d5239387306" ns2:_="">
    <xsd:import namespace="c76ccebc-f8b2-449f-a4eb-f402af3b116a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MediaServiceObjectDetectorVersion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c76ccebc-f8b2-449f-a4eb-f402af3b116a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ObjectDetectorVersions" ma:index="11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A67D468F-D0CA-4874-AE4A-C43AE5CE2DED}">
  <ds:schemaRefs>
    <ds:schemaRef ds:uri="http://schemas.microsoft.com/office/2006/metadata/properties"/>
    <ds:schemaRef ds:uri="http://schemas.microsoft.com/office/infopath/2007/PartnerControls"/>
  </ds:schemaRefs>
</ds:datastoreItem>
</file>

<file path=customXml/itemProps2.xml><?xml version="1.0" encoding="utf-8"?>
<ds:datastoreItem xmlns:ds="http://schemas.openxmlformats.org/officeDocument/2006/customXml" ds:itemID="{8553FCF1-158F-423D-A3B0-F42AD5957C7A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D16887A3-A5E4-40C5-8651-D7E163366C6C}">
  <ds:schemaRefs>
    <ds:schemaRef ds:uri="c76ccebc-f8b2-449f-a4eb-f402af3b116a"/>
    <ds:schemaRef ds:uri="http://purl.org/dc/elements/1.1/"/>
    <ds:schemaRef ds:uri="http://purl.org/dc/terms/"/>
    <ds:schemaRef ds:uri="http://schemas.microsoft.com/internal/obd"/>
    <ds:schemaRef ds:uri="http://schemas.microsoft.com/office/2006/documentManagement/types"/>
    <ds:schemaRef ds:uri="http://schemas.microsoft.com/office/2006/metadata/contentType"/>
    <ds:schemaRef ds:uri="http://schemas.microsoft.com/office/2006/metadata/properties"/>
    <ds:schemaRef ds:uri="http://schemas.microsoft.com/office/2006/metadata/properties/metaAttributes"/>
    <ds:schemaRef ds:uri="http://schemas.microsoft.com/office/infopath/2007/PartnerControls"/>
    <ds:schemaRef ds:uri="http://schemas.openxmlformats.org/package/2006/metadata/core-properties"/>
    <ds:schemaRef ds:uri="http://www.w3.org/2001/XMLSchema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Application>Microsoft Office PowerPoint</Application>
  <PresentationFormat>Custom</PresentationFormat>
  <Slides>13</Slides>
  <Notes>0</Notes>
  <HiddenSlides>0</HiddenSlide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4" baseType="lpstr">
      <vt:lpstr>OU6_Jan11</vt:lpstr>
      <vt:lpstr>PowerPoint Presentation</vt:lpstr>
      <vt:lpstr>Reglas del entorno virtual</vt:lpstr>
      <vt:lpstr>PowerPoint Presentation</vt:lpstr>
      <vt:lpstr>JORGE ALARCON</vt:lpstr>
      <vt:lpstr>Sobre ustedes</vt:lpstr>
      <vt:lpstr>Revisión del Contenido</vt:lpstr>
      <vt:lpstr>Nuestras normas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Presentación de PowerPoint</dc:title>
  <dc:creator>Jorge Caceres Chavez</dc:creator>
  <cp:revision>1</cp:revision>
  <dcterms:modified xsi:type="dcterms:W3CDTF">2025-03-05T00:38:43Z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0x01010019B3F6608A083243AE8ABA0447E5BC07</vt:lpwstr>
  </property>
</Properties>
</file>