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2" r:id="rId4"/>
  </p:sldMasterIdLst>
  <p:notesMasterIdLst>
    <p:notesMasterId r:id="rId26"/>
  </p:notes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7" r:id="rId23"/>
    <p:sldId id="278" r:id="rId24"/>
    <p:sldId id="442" r:id="rId25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461"/>
    <a:srgbClr val="677C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94694"/>
  </p:normalViewPr>
  <p:slideViewPr>
    <p:cSldViewPr snapToGrid="0">
      <p:cViewPr varScale="1">
        <p:scale>
          <a:sx n="50" d="100"/>
          <a:sy n="50" d="100"/>
        </p:scale>
        <p:origin x="66" y="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C6133D-C086-4ABC-90F7-917EA1D705CF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PE"/>
        </a:p>
      </dgm:t>
    </dgm:pt>
    <dgm:pt modelId="{F75FA858-4E7E-4846-AD07-B92D20741B7D}">
      <dgm:prSet phldrT="[Texto]" custT="1"/>
      <dgm:spPr/>
      <dgm:t>
        <a:bodyPr/>
        <a:lstStyle/>
        <a:p>
          <a:r>
            <a:rPr lang="es-ES" sz="2000" b="1" dirty="0"/>
            <a:t>Características</a:t>
          </a:r>
          <a:endParaRPr lang="es-PE" sz="2000" b="1" dirty="0"/>
        </a:p>
      </dgm:t>
    </dgm:pt>
    <dgm:pt modelId="{6B5D1450-A42B-4BD8-B81A-BE8D11AD2E58}" type="parTrans" cxnId="{F7FF06F5-0FD8-44AA-ACA8-C6F887730F11}">
      <dgm:prSet/>
      <dgm:spPr/>
      <dgm:t>
        <a:bodyPr/>
        <a:lstStyle/>
        <a:p>
          <a:endParaRPr lang="es-PE" sz="2000"/>
        </a:p>
      </dgm:t>
    </dgm:pt>
    <dgm:pt modelId="{E1E46B5A-B07D-4226-ABBA-A2DF87D1EEFB}" type="sibTrans" cxnId="{F7FF06F5-0FD8-44AA-ACA8-C6F887730F11}">
      <dgm:prSet/>
      <dgm:spPr/>
      <dgm:t>
        <a:bodyPr/>
        <a:lstStyle/>
        <a:p>
          <a:endParaRPr lang="es-PE" sz="2000"/>
        </a:p>
      </dgm:t>
    </dgm:pt>
    <dgm:pt modelId="{EA4307E3-9945-40AD-9291-DB549FF1CD45}">
      <dgm:prSet phldrT="[Texto]" custT="1"/>
      <dgm:spPr/>
      <dgm:t>
        <a:bodyPr/>
        <a:lstStyle/>
        <a:p>
          <a:pPr algn="l">
            <a:buSzPts val="2200"/>
            <a:buFont typeface="Arial"/>
            <a:buChar char="•"/>
          </a:pPr>
          <a:r>
            <a:rPr lang="es-PE" sz="2000" dirty="0"/>
            <a:t>Incluido en Python.</a:t>
          </a:r>
        </a:p>
      </dgm:t>
    </dgm:pt>
    <dgm:pt modelId="{341331AC-B365-4456-ACD3-F24C07201D82}" type="parTrans" cxnId="{8B75F904-925A-4B3F-A5DA-A4B531F24D7B}">
      <dgm:prSet/>
      <dgm:spPr/>
      <dgm:t>
        <a:bodyPr/>
        <a:lstStyle/>
        <a:p>
          <a:endParaRPr lang="es-PE" sz="2000"/>
        </a:p>
      </dgm:t>
    </dgm:pt>
    <dgm:pt modelId="{F448FC90-6F38-4E23-8DCA-2932BA2BCE87}" type="sibTrans" cxnId="{8B75F904-925A-4B3F-A5DA-A4B531F24D7B}">
      <dgm:prSet/>
      <dgm:spPr/>
      <dgm:t>
        <a:bodyPr/>
        <a:lstStyle/>
        <a:p>
          <a:endParaRPr lang="es-PE" sz="2000"/>
        </a:p>
      </dgm:t>
    </dgm:pt>
    <dgm:pt modelId="{8C9092BF-67C7-4FAA-B146-742EB866D1B3}">
      <dgm:prSet custT="1"/>
      <dgm:spPr/>
      <dgm:t>
        <a:bodyPr/>
        <a:lstStyle/>
        <a:p>
          <a:pPr algn="just">
            <a:buSzPts val="2200"/>
            <a:buFont typeface="Arial"/>
            <a:buChar char="•"/>
          </a:pPr>
          <a:r>
            <a:rPr lang="es-ES" sz="2000" dirty="0"/>
            <a:t>Soporte para archivos de texto y binarios.</a:t>
          </a:r>
        </a:p>
      </dgm:t>
    </dgm:pt>
    <dgm:pt modelId="{CFF04849-B92B-43BF-B0D1-CB81B9FB8379}" type="parTrans" cxnId="{6B323EC0-58F4-4755-A403-5856EDBAAEDE}">
      <dgm:prSet/>
      <dgm:spPr/>
      <dgm:t>
        <a:bodyPr/>
        <a:lstStyle/>
        <a:p>
          <a:endParaRPr lang="es-PE"/>
        </a:p>
      </dgm:t>
    </dgm:pt>
    <dgm:pt modelId="{BF7870EC-3EDE-4342-9D1E-ED2EF8D12554}" type="sibTrans" cxnId="{6B323EC0-58F4-4755-A403-5856EDBAAEDE}">
      <dgm:prSet/>
      <dgm:spPr/>
      <dgm:t>
        <a:bodyPr/>
        <a:lstStyle/>
        <a:p>
          <a:endParaRPr lang="es-PE"/>
        </a:p>
      </dgm:t>
    </dgm:pt>
    <dgm:pt modelId="{3D129A9C-2C77-4B02-B9E2-8662A0F239F0}">
      <dgm:prSet custT="1"/>
      <dgm:spPr/>
      <dgm:t>
        <a:bodyPr/>
        <a:lstStyle/>
        <a:p>
          <a:pPr algn="just">
            <a:buSzPts val="2200"/>
            <a:buFont typeface="Arial"/>
            <a:buChar char="•"/>
          </a:pPr>
          <a:r>
            <a:rPr lang="es-PE" sz="2000" dirty="0"/>
            <a:t>Lectura, escritura y actualización.</a:t>
          </a:r>
        </a:p>
      </dgm:t>
    </dgm:pt>
    <dgm:pt modelId="{136438D3-A85B-4466-88A8-3ECCAF31233C}" type="parTrans" cxnId="{FED13555-84CC-45F6-838B-F1D6E9EBDCBD}">
      <dgm:prSet/>
      <dgm:spPr/>
      <dgm:t>
        <a:bodyPr/>
        <a:lstStyle/>
        <a:p>
          <a:endParaRPr lang="es-PE"/>
        </a:p>
      </dgm:t>
    </dgm:pt>
    <dgm:pt modelId="{6657BB0F-6AEC-42E7-8C08-8BEBD0140BBB}" type="sibTrans" cxnId="{FED13555-84CC-45F6-838B-F1D6E9EBDCBD}">
      <dgm:prSet/>
      <dgm:spPr/>
      <dgm:t>
        <a:bodyPr/>
        <a:lstStyle/>
        <a:p>
          <a:endParaRPr lang="es-PE"/>
        </a:p>
      </dgm:t>
    </dgm:pt>
    <dgm:pt modelId="{68B47D8A-8E31-4CCD-A486-B881CE59531E}" type="pres">
      <dgm:prSet presAssocID="{F9C6133D-C086-4ABC-90F7-917EA1D705C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72086527-A218-4A15-A910-3D630119613F}" type="pres">
      <dgm:prSet presAssocID="{F75FA858-4E7E-4846-AD07-B92D20741B7D}" presName="composite" presStyleCnt="0"/>
      <dgm:spPr/>
    </dgm:pt>
    <dgm:pt modelId="{6B2E7155-9F8D-490F-8119-A8A4C67D3DF1}" type="pres">
      <dgm:prSet presAssocID="{F75FA858-4E7E-4846-AD07-B92D20741B7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07DFF10-7666-4BC0-9F9A-20D0EDB1C591}" type="pres">
      <dgm:prSet presAssocID="{F75FA858-4E7E-4846-AD07-B92D20741B7D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ED13555-84CC-45F6-838B-F1D6E9EBDCBD}" srcId="{F75FA858-4E7E-4846-AD07-B92D20741B7D}" destId="{3D129A9C-2C77-4B02-B9E2-8662A0F239F0}" srcOrd="2" destOrd="0" parTransId="{136438D3-A85B-4466-88A8-3ECCAF31233C}" sibTransId="{6657BB0F-6AEC-42E7-8C08-8BEBD0140BBB}"/>
    <dgm:cxn modelId="{A45CA598-5313-42A5-90EF-7DCC76D1FAF5}" type="presOf" srcId="{8C9092BF-67C7-4FAA-B146-742EB866D1B3}" destId="{E07DFF10-7666-4BC0-9F9A-20D0EDB1C591}" srcOrd="0" destOrd="1" presId="urn:microsoft.com/office/officeart/2005/8/layout/hList1"/>
    <dgm:cxn modelId="{3D40146A-AA06-4049-AECD-56E0F4E50863}" type="presOf" srcId="{F75FA858-4E7E-4846-AD07-B92D20741B7D}" destId="{6B2E7155-9F8D-490F-8119-A8A4C67D3DF1}" srcOrd="0" destOrd="0" presId="urn:microsoft.com/office/officeart/2005/8/layout/hList1"/>
    <dgm:cxn modelId="{F7FF06F5-0FD8-44AA-ACA8-C6F887730F11}" srcId="{F9C6133D-C086-4ABC-90F7-917EA1D705CF}" destId="{F75FA858-4E7E-4846-AD07-B92D20741B7D}" srcOrd="0" destOrd="0" parTransId="{6B5D1450-A42B-4BD8-B81A-BE8D11AD2E58}" sibTransId="{E1E46B5A-B07D-4226-ABBA-A2DF87D1EEFB}"/>
    <dgm:cxn modelId="{8F9CB844-E7DD-452F-B126-E1E489C42070}" type="presOf" srcId="{3D129A9C-2C77-4B02-B9E2-8662A0F239F0}" destId="{E07DFF10-7666-4BC0-9F9A-20D0EDB1C591}" srcOrd="0" destOrd="2" presId="urn:microsoft.com/office/officeart/2005/8/layout/hList1"/>
    <dgm:cxn modelId="{6B323EC0-58F4-4755-A403-5856EDBAAEDE}" srcId="{F75FA858-4E7E-4846-AD07-B92D20741B7D}" destId="{8C9092BF-67C7-4FAA-B146-742EB866D1B3}" srcOrd="1" destOrd="0" parTransId="{CFF04849-B92B-43BF-B0D1-CB81B9FB8379}" sibTransId="{BF7870EC-3EDE-4342-9D1E-ED2EF8D12554}"/>
    <dgm:cxn modelId="{73C6104C-08BB-4E58-934E-6BE16750136C}" type="presOf" srcId="{EA4307E3-9945-40AD-9291-DB549FF1CD45}" destId="{E07DFF10-7666-4BC0-9F9A-20D0EDB1C591}" srcOrd="0" destOrd="0" presId="urn:microsoft.com/office/officeart/2005/8/layout/hList1"/>
    <dgm:cxn modelId="{964AA0B5-0A9B-415B-9809-4471DF90CE81}" type="presOf" srcId="{F9C6133D-C086-4ABC-90F7-917EA1D705CF}" destId="{68B47D8A-8E31-4CCD-A486-B881CE59531E}" srcOrd="0" destOrd="0" presId="urn:microsoft.com/office/officeart/2005/8/layout/hList1"/>
    <dgm:cxn modelId="{8B75F904-925A-4B3F-A5DA-A4B531F24D7B}" srcId="{F75FA858-4E7E-4846-AD07-B92D20741B7D}" destId="{EA4307E3-9945-40AD-9291-DB549FF1CD45}" srcOrd="0" destOrd="0" parTransId="{341331AC-B365-4456-ACD3-F24C07201D82}" sibTransId="{F448FC90-6F38-4E23-8DCA-2932BA2BCE87}"/>
    <dgm:cxn modelId="{2FC67C44-94F6-4F43-ADE3-581C8D7B7012}" type="presParOf" srcId="{68B47D8A-8E31-4CCD-A486-B881CE59531E}" destId="{72086527-A218-4A15-A910-3D630119613F}" srcOrd="0" destOrd="0" presId="urn:microsoft.com/office/officeart/2005/8/layout/hList1"/>
    <dgm:cxn modelId="{ECD8DF1C-CA85-45EB-8570-9945EFB28F37}" type="presParOf" srcId="{72086527-A218-4A15-A910-3D630119613F}" destId="{6B2E7155-9F8D-490F-8119-A8A4C67D3DF1}" srcOrd="0" destOrd="0" presId="urn:microsoft.com/office/officeart/2005/8/layout/hList1"/>
    <dgm:cxn modelId="{DD4BB06B-18B0-434D-B044-1CDC0F54CF30}" type="presParOf" srcId="{72086527-A218-4A15-A910-3D630119613F}" destId="{E07DFF10-7666-4BC0-9F9A-20D0EDB1C59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C6133D-C086-4ABC-90F7-917EA1D705CF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75FA858-4E7E-4846-AD07-B92D20741B7D}">
      <dgm:prSet phldrT="[Texto]" custT="1"/>
      <dgm:spPr/>
      <dgm:t>
        <a:bodyPr/>
        <a:lstStyle/>
        <a:p>
          <a:r>
            <a:rPr lang="es-ES" sz="2000" b="1" dirty="0">
              <a:latin typeface="Calibri Light" panose="020F0302020204030204" pitchFamily="34" charset="0"/>
              <a:cs typeface="Calibri Light" panose="020F0302020204030204" pitchFamily="34" charset="0"/>
            </a:rPr>
            <a:t>Características</a:t>
          </a:r>
          <a:endParaRPr lang="es-PE" sz="2000" b="1" dirty="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6B5D1450-A42B-4BD8-B81A-BE8D11AD2E58}" type="parTrans" cxnId="{F7FF06F5-0FD8-44AA-ACA8-C6F887730F11}">
      <dgm:prSet/>
      <dgm:spPr/>
      <dgm:t>
        <a:bodyPr/>
        <a:lstStyle/>
        <a:p>
          <a:endParaRPr lang="es-PE" sz="20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E1E46B5A-B07D-4226-ABBA-A2DF87D1EEFB}" type="sibTrans" cxnId="{F7FF06F5-0FD8-44AA-ACA8-C6F887730F11}">
      <dgm:prSet/>
      <dgm:spPr/>
      <dgm:t>
        <a:bodyPr/>
        <a:lstStyle/>
        <a:p>
          <a:endParaRPr lang="es-PE" sz="20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EA4307E3-9945-40AD-9291-DB549FF1CD45}">
      <dgm:prSet phldrT="[Texto]" custT="1"/>
      <dgm:spPr/>
      <dgm:t>
        <a:bodyPr/>
        <a:lstStyle/>
        <a:p>
          <a:pPr>
            <a:buSzPts val="2200"/>
            <a:buFont typeface="Arial"/>
            <a:buChar char="•"/>
          </a:pPr>
          <a:r>
            <a:rPr lang="es-PE" sz="2000" dirty="0">
              <a:latin typeface="Calibri Light" panose="020F0302020204030204" pitchFamily="34" charset="0"/>
              <a:cs typeface="Calibri Light" panose="020F0302020204030204" pitchFamily="34" charset="0"/>
            </a:rPr>
            <a:t>Un formato muy popular.</a:t>
          </a:r>
        </a:p>
      </dgm:t>
    </dgm:pt>
    <dgm:pt modelId="{341331AC-B365-4456-ACD3-F24C07201D82}" type="parTrans" cxnId="{8B75F904-925A-4B3F-A5DA-A4B531F24D7B}">
      <dgm:prSet/>
      <dgm:spPr/>
      <dgm:t>
        <a:bodyPr/>
        <a:lstStyle/>
        <a:p>
          <a:endParaRPr lang="es-PE" sz="20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F448FC90-6F38-4E23-8DCA-2932BA2BCE87}" type="sibTrans" cxnId="{8B75F904-925A-4B3F-A5DA-A4B531F24D7B}">
      <dgm:prSet/>
      <dgm:spPr/>
      <dgm:t>
        <a:bodyPr/>
        <a:lstStyle/>
        <a:p>
          <a:endParaRPr lang="es-PE" sz="20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12E5A967-922A-4AE9-9753-B9167BCE7428}">
      <dgm:prSet custT="1"/>
      <dgm:spPr/>
      <dgm:t>
        <a:bodyPr/>
        <a:lstStyle/>
        <a:p>
          <a:r>
            <a:rPr lang="es-PE" sz="2000" dirty="0">
              <a:latin typeface="Calibri Light" panose="020F0302020204030204" pitchFamily="34" charset="0"/>
              <a:cs typeface="Calibri Light" panose="020F0302020204030204" pitchFamily="34" charset="0"/>
            </a:rPr>
            <a:t>CSV = comma separated values.</a:t>
          </a:r>
        </a:p>
      </dgm:t>
    </dgm:pt>
    <dgm:pt modelId="{02175EA8-E986-4356-88A4-94321640E89A}" type="parTrans" cxnId="{33AB4340-13C9-44B3-9BAA-2E2915A680FA}">
      <dgm:prSet/>
      <dgm:spPr/>
      <dgm:t>
        <a:bodyPr/>
        <a:lstStyle/>
        <a:p>
          <a:endParaRPr lang="es-PE" sz="20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3E4B155A-AEB1-431A-8A6A-39BA02560802}" type="sibTrans" cxnId="{33AB4340-13C9-44B3-9BAA-2E2915A680FA}">
      <dgm:prSet/>
      <dgm:spPr/>
      <dgm:t>
        <a:bodyPr/>
        <a:lstStyle/>
        <a:p>
          <a:endParaRPr lang="es-PE" sz="20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D1DFAF47-8A47-4036-8ADA-7A45469AEFFC}">
      <dgm:prSet custT="1"/>
      <dgm:spPr/>
      <dgm:t>
        <a:bodyPr/>
        <a:lstStyle/>
        <a:p>
          <a:r>
            <a:rPr lang="es-ES" sz="2000" dirty="0">
              <a:latin typeface="Calibri Light" panose="020F0302020204030204" pitchFamily="34" charset="0"/>
              <a:cs typeface="Calibri Light" panose="020F0302020204030204" pitchFamily="34" charset="0"/>
            </a:rPr>
            <a:t>Se puede visualizar en Excel.</a:t>
          </a:r>
        </a:p>
      </dgm:t>
    </dgm:pt>
    <dgm:pt modelId="{9009FE08-AD79-44B8-89CE-B17E4804975A}" type="parTrans" cxnId="{4C09B5AC-3AA3-4E0B-83AE-F75DA61BD7AD}">
      <dgm:prSet/>
      <dgm:spPr/>
      <dgm:t>
        <a:bodyPr/>
        <a:lstStyle/>
        <a:p>
          <a:endParaRPr lang="es-PE" sz="20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916AA94B-C923-45C5-A228-F551045C5D93}" type="sibTrans" cxnId="{4C09B5AC-3AA3-4E0B-83AE-F75DA61BD7AD}">
      <dgm:prSet/>
      <dgm:spPr/>
      <dgm:t>
        <a:bodyPr/>
        <a:lstStyle/>
        <a:p>
          <a:endParaRPr lang="es-PE" sz="20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68B47D8A-8E31-4CCD-A486-B881CE59531E}" type="pres">
      <dgm:prSet presAssocID="{F9C6133D-C086-4ABC-90F7-917EA1D705C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72086527-A218-4A15-A910-3D630119613F}" type="pres">
      <dgm:prSet presAssocID="{F75FA858-4E7E-4846-AD07-B92D20741B7D}" presName="composite" presStyleCnt="0"/>
      <dgm:spPr/>
    </dgm:pt>
    <dgm:pt modelId="{6B2E7155-9F8D-490F-8119-A8A4C67D3DF1}" type="pres">
      <dgm:prSet presAssocID="{F75FA858-4E7E-4846-AD07-B92D20741B7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07DFF10-7666-4BC0-9F9A-20D0EDB1C591}" type="pres">
      <dgm:prSet presAssocID="{F75FA858-4E7E-4846-AD07-B92D20741B7D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3C6104C-08BB-4E58-934E-6BE16750136C}" type="presOf" srcId="{EA4307E3-9945-40AD-9291-DB549FF1CD45}" destId="{E07DFF10-7666-4BC0-9F9A-20D0EDB1C591}" srcOrd="0" destOrd="0" presId="urn:microsoft.com/office/officeart/2005/8/layout/hList1"/>
    <dgm:cxn modelId="{8B75F904-925A-4B3F-A5DA-A4B531F24D7B}" srcId="{F75FA858-4E7E-4846-AD07-B92D20741B7D}" destId="{EA4307E3-9945-40AD-9291-DB549FF1CD45}" srcOrd="0" destOrd="0" parTransId="{341331AC-B365-4456-ACD3-F24C07201D82}" sibTransId="{F448FC90-6F38-4E23-8DCA-2932BA2BCE87}"/>
    <dgm:cxn modelId="{27942CD4-3A32-466B-9F40-F9FE206B44A5}" type="presOf" srcId="{12E5A967-922A-4AE9-9753-B9167BCE7428}" destId="{E07DFF10-7666-4BC0-9F9A-20D0EDB1C591}" srcOrd="0" destOrd="1" presId="urn:microsoft.com/office/officeart/2005/8/layout/hList1"/>
    <dgm:cxn modelId="{4C09B5AC-3AA3-4E0B-83AE-F75DA61BD7AD}" srcId="{F75FA858-4E7E-4846-AD07-B92D20741B7D}" destId="{D1DFAF47-8A47-4036-8ADA-7A45469AEFFC}" srcOrd="2" destOrd="0" parTransId="{9009FE08-AD79-44B8-89CE-B17E4804975A}" sibTransId="{916AA94B-C923-45C5-A228-F551045C5D93}"/>
    <dgm:cxn modelId="{33AB4340-13C9-44B3-9BAA-2E2915A680FA}" srcId="{F75FA858-4E7E-4846-AD07-B92D20741B7D}" destId="{12E5A967-922A-4AE9-9753-B9167BCE7428}" srcOrd="1" destOrd="0" parTransId="{02175EA8-E986-4356-88A4-94321640E89A}" sibTransId="{3E4B155A-AEB1-431A-8A6A-39BA02560802}"/>
    <dgm:cxn modelId="{3D40146A-AA06-4049-AECD-56E0F4E50863}" type="presOf" srcId="{F75FA858-4E7E-4846-AD07-B92D20741B7D}" destId="{6B2E7155-9F8D-490F-8119-A8A4C67D3DF1}" srcOrd="0" destOrd="0" presId="urn:microsoft.com/office/officeart/2005/8/layout/hList1"/>
    <dgm:cxn modelId="{F7FF06F5-0FD8-44AA-ACA8-C6F887730F11}" srcId="{F9C6133D-C086-4ABC-90F7-917EA1D705CF}" destId="{F75FA858-4E7E-4846-AD07-B92D20741B7D}" srcOrd="0" destOrd="0" parTransId="{6B5D1450-A42B-4BD8-B81A-BE8D11AD2E58}" sibTransId="{E1E46B5A-B07D-4226-ABBA-A2DF87D1EEFB}"/>
    <dgm:cxn modelId="{2C05B765-A256-4FC1-A4D6-BEF0D93F9C07}" type="presOf" srcId="{D1DFAF47-8A47-4036-8ADA-7A45469AEFFC}" destId="{E07DFF10-7666-4BC0-9F9A-20D0EDB1C591}" srcOrd="0" destOrd="2" presId="urn:microsoft.com/office/officeart/2005/8/layout/hList1"/>
    <dgm:cxn modelId="{964AA0B5-0A9B-415B-9809-4471DF90CE81}" type="presOf" srcId="{F9C6133D-C086-4ABC-90F7-917EA1D705CF}" destId="{68B47D8A-8E31-4CCD-A486-B881CE59531E}" srcOrd="0" destOrd="0" presId="urn:microsoft.com/office/officeart/2005/8/layout/hList1"/>
    <dgm:cxn modelId="{2FC67C44-94F6-4F43-ADE3-581C8D7B7012}" type="presParOf" srcId="{68B47D8A-8E31-4CCD-A486-B881CE59531E}" destId="{72086527-A218-4A15-A910-3D630119613F}" srcOrd="0" destOrd="0" presId="urn:microsoft.com/office/officeart/2005/8/layout/hList1"/>
    <dgm:cxn modelId="{ECD8DF1C-CA85-45EB-8570-9945EFB28F37}" type="presParOf" srcId="{72086527-A218-4A15-A910-3D630119613F}" destId="{6B2E7155-9F8D-490F-8119-A8A4C67D3DF1}" srcOrd="0" destOrd="0" presId="urn:microsoft.com/office/officeart/2005/8/layout/hList1"/>
    <dgm:cxn modelId="{DD4BB06B-18B0-434D-B044-1CDC0F54CF30}" type="presParOf" srcId="{72086527-A218-4A15-A910-3D630119613F}" destId="{E07DFF10-7666-4BC0-9F9A-20D0EDB1C59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C6133D-C086-4ABC-90F7-917EA1D705CF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PE"/>
        </a:p>
      </dgm:t>
    </dgm:pt>
    <dgm:pt modelId="{F75FA858-4E7E-4846-AD07-B92D20741B7D}">
      <dgm:prSet phldrT="[Texto]" custT="1"/>
      <dgm:spPr/>
      <dgm:t>
        <a:bodyPr/>
        <a:lstStyle/>
        <a:p>
          <a:r>
            <a:rPr lang="es-ES" sz="2000" b="1" dirty="0">
              <a:solidFill>
                <a:schemeClr val="bg1"/>
              </a:solidFill>
              <a:latin typeface="+mn-lt"/>
            </a:rPr>
            <a:t>Características</a:t>
          </a:r>
          <a:endParaRPr lang="es-PE" sz="2000" b="1" dirty="0">
            <a:solidFill>
              <a:schemeClr val="bg1"/>
            </a:solidFill>
            <a:latin typeface="+mn-lt"/>
          </a:endParaRPr>
        </a:p>
      </dgm:t>
    </dgm:pt>
    <dgm:pt modelId="{6B5D1450-A42B-4BD8-B81A-BE8D11AD2E58}" type="parTrans" cxnId="{F7FF06F5-0FD8-44AA-ACA8-C6F887730F11}">
      <dgm:prSet/>
      <dgm:spPr/>
      <dgm:t>
        <a:bodyPr/>
        <a:lstStyle/>
        <a:p>
          <a:endParaRPr lang="es-PE" sz="2000">
            <a:solidFill>
              <a:schemeClr val="bg1"/>
            </a:solidFill>
            <a:latin typeface="+mn-lt"/>
          </a:endParaRPr>
        </a:p>
      </dgm:t>
    </dgm:pt>
    <dgm:pt modelId="{E1E46B5A-B07D-4226-ABBA-A2DF87D1EEFB}" type="sibTrans" cxnId="{F7FF06F5-0FD8-44AA-ACA8-C6F887730F11}">
      <dgm:prSet/>
      <dgm:spPr/>
      <dgm:t>
        <a:bodyPr/>
        <a:lstStyle/>
        <a:p>
          <a:endParaRPr lang="es-PE" sz="2000">
            <a:solidFill>
              <a:schemeClr val="bg1"/>
            </a:solidFill>
            <a:latin typeface="+mn-lt"/>
          </a:endParaRPr>
        </a:p>
      </dgm:t>
    </dgm:pt>
    <dgm:pt modelId="{EA4307E3-9945-40AD-9291-DB549FF1CD45}">
      <dgm:prSet phldrT="[Texto]" custT="1"/>
      <dgm:spPr/>
      <dgm:t>
        <a:bodyPr/>
        <a:lstStyle/>
        <a:p>
          <a:pPr>
            <a:buSzPts val="2200"/>
            <a:buFont typeface="Arial"/>
            <a:buChar char="•"/>
          </a:pPr>
          <a:r>
            <a:rPr lang="es-PE" sz="2000" dirty="0">
              <a:solidFill>
                <a:schemeClr val="bg1"/>
              </a:solidFill>
              <a:latin typeface="+mn-lt"/>
            </a:rPr>
            <a:t>Es muy popular.</a:t>
          </a:r>
        </a:p>
      </dgm:t>
    </dgm:pt>
    <dgm:pt modelId="{341331AC-B365-4456-ACD3-F24C07201D82}" type="parTrans" cxnId="{8B75F904-925A-4B3F-A5DA-A4B531F24D7B}">
      <dgm:prSet/>
      <dgm:spPr/>
      <dgm:t>
        <a:bodyPr/>
        <a:lstStyle/>
        <a:p>
          <a:endParaRPr lang="es-PE" sz="2000">
            <a:solidFill>
              <a:schemeClr val="bg1"/>
            </a:solidFill>
            <a:latin typeface="+mn-lt"/>
          </a:endParaRPr>
        </a:p>
      </dgm:t>
    </dgm:pt>
    <dgm:pt modelId="{F448FC90-6F38-4E23-8DCA-2932BA2BCE87}" type="sibTrans" cxnId="{8B75F904-925A-4B3F-A5DA-A4B531F24D7B}">
      <dgm:prSet/>
      <dgm:spPr/>
      <dgm:t>
        <a:bodyPr/>
        <a:lstStyle/>
        <a:p>
          <a:endParaRPr lang="es-PE" sz="2000">
            <a:solidFill>
              <a:schemeClr val="bg1"/>
            </a:solidFill>
            <a:latin typeface="+mn-lt"/>
          </a:endParaRPr>
        </a:p>
      </dgm:t>
    </dgm:pt>
    <dgm:pt modelId="{5F1A4B46-0824-4FAE-BC6C-3E1A327F41CA}">
      <dgm:prSet custT="1"/>
      <dgm:spPr/>
      <dgm:t>
        <a:bodyPr/>
        <a:lstStyle/>
        <a:p>
          <a:pPr>
            <a:buSzPts val="2200"/>
            <a:buFont typeface="Arial"/>
            <a:buChar char="•"/>
          </a:pPr>
          <a:r>
            <a:rPr lang="es-ES" sz="2000" dirty="0">
              <a:solidFill>
                <a:schemeClr val="bg1"/>
              </a:solidFill>
              <a:latin typeface="+mn-lt"/>
            </a:rPr>
            <a:t>Se parece a un diccionario en Python.</a:t>
          </a:r>
        </a:p>
      </dgm:t>
    </dgm:pt>
    <dgm:pt modelId="{591A3914-A508-4A88-8B65-0D07ED1EC722}" type="parTrans" cxnId="{24073C21-E374-4DFA-839E-4E7408E3669C}">
      <dgm:prSet/>
      <dgm:spPr/>
      <dgm:t>
        <a:bodyPr/>
        <a:lstStyle/>
        <a:p>
          <a:endParaRPr lang="es-PE" sz="2000">
            <a:solidFill>
              <a:schemeClr val="bg1"/>
            </a:solidFill>
            <a:latin typeface="+mn-lt"/>
          </a:endParaRPr>
        </a:p>
      </dgm:t>
    </dgm:pt>
    <dgm:pt modelId="{CF190898-746B-4750-A7E3-1E3EB850EFD3}" type="sibTrans" cxnId="{24073C21-E374-4DFA-839E-4E7408E3669C}">
      <dgm:prSet/>
      <dgm:spPr/>
      <dgm:t>
        <a:bodyPr/>
        <a:lstStyle/>
        <a:p>
          <a:endParaRPr lang="es-PE" sz="2000">
            <a:solidFill>
              <a:schemeClr val="bg1"/>
            </a:solidFill>
            <a:latin typeface="+mn-lt"/>
          </a:endParaRPr>
        </a:p>
      </dgm:t>
    </dgm:pt>
    <dgm:pt modelId="{78C6F229-7BBC-4F77-86B5-8CE56E20686A}">
      <dgm:prSet custT="1"/>
      <dgm:spPr/>
      <dgm:t>
        <a:bodyPr/>
        <a:lstStyle/>
        <a:p>
          <a:pPr>
            <a:buSzPts val="2200"/>
            <a:buFont typeface="Arial"/>
            <a:buChar char="•"/>
          </a:pPr>
          <a:r>
            <a:rPr lang="es-PE" sz="2000" dirty="0">
              <a:solidFill>
                <a:schemeClr val="bg1"/>
              </a:solidFill>
              <a:latin typeface="+mn-lt"/>
            </a:rPr>
            <a:t>Semiestructurado.</a:t>
          </a:r>
        </a:p>
      </dgm:t>
    </dgm:pt>
    <dgm:pt modelId="{047AED3C-5437-44D8-BD61-32155CFDB848}" type="parTrans" cxnId="{CAE04FCF-D87D-4524-9333-6B169829EDF0}">
      <dgm:prSet/>
      <dgm:spPr/>
      <dgm:t>
        <a:bodyPr/>
        <a:lstStyle/>
        <a:p>
          <a:endParaRPr lang="es-PE" sz="2000">
            <a:solidFill>
              <a:schemeClr val="bg1"/>
            </a:solidFill>
            <a:latin typeface="+mn-lt"/>
          </a:endParaRPr>
        </a:p>
      </dgm:t>
    </dgm:pt>
    <dgm:pt modelId="{C4EA9D13-85E2-4F1A-B9A1-E621792A5017}" type="sibTrans" cxnId="{CAE04FCF-D87D-4524-9333-6B169829EDF0}">
      <dgm:prSet/>
      <dgm:spPr/>
      <dgm:t>
        <a:bodyPr/>
        <a:lstStyle/>
        <a:p>
          <a:endParaRPr lang="es-PE" sz="2000">
            <a:solidFill>
              <a:schemeClr val="bg1"/>
            </a:solidFill>
            <a:latin typeface="+mn-lt"/>
          </a:endParaRPr>
        </a:p>
      </dgm:t>
    </dgm:pt>
    <dgm:pt modelId="{68B47D8A-8E31-4CCD-A486-B881CE59531E}" type="pres">
      <dgm:prSet presAssocID="{F9C6133D-C086-4ABC-90F7-917EA1D705C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72086527-A218-4A15-A910-3D630119613F}" type="pres">
      <dgm:prSet presAssocID="{F75FA858-4E7E-4846-AD07-B92D20741B7D}" presName="composite" presStyleCnt="0"/>
      <dgm:spPr/>
    </dgm:pt>
    <dgm:pt modelId="{6B2E7155-9F8D-490F-8119-A8A4C67D3DF1}" type="pres">
      <dgm:prSet presAssocID="{F75FA858-4E7E-4846-AD07-B92D20741B7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07DFF10-7666-4BC0-9F9A-20D0EDB1C591}" type="pres">
      <dgm:prSet presAssocID="{F75FA858-4E7E-4846-AD07-B92D20741B7D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D40146A-AA06-4049-AECD-56E0F4E50863}" type="presOf" srcId="{F75FA858-4E7E-4846-AD07-B92D20741B7D}" destId="{6B2E7155-9F8D-490F-8119-A8A4C67D3DF1}" srcOrd="0" destOrd="0" presId="urn:microsoft.com/office/officeart/2005/8/layout/hList1"/>
    <dgm:cxn modelId="{F7FF06F5-0FD8-44AA-ACA8-C6F887730F11}" srcId="{F9C6133D-C086-4ABC-90F7-917EA1D705CF}" destId="{F75FA858-4E7E-4846-AD07-B92D20741B7D}" srcOrd="0" destOrd="0" parTransId="{6B5D1450-A42B-4BD8-B81A-BE8D11AD2E58}" sibTransId="{E1E46B5A-B07D-4226-ABBA-A2DF87D1EEFB}"/>
    <dgm:cxn modelId="{24073C21-E374-4DFA-839E-4E7408E3669C}" srcId="{F75FA858-4E7E-4846-AD07-B92D20741B7D}" destId="{5F1A4B46-0824-4FAE-BC6C-3E1A327F41CA}" srcOrd="1" destOrd="0" parTransId="{591A3914-A508-4A88-8B65-0D07ED1EC722}" sibTransId="{CF190898-746B-4750-A7E3-1E3EB850EFD3}"/>
    <dgm:cxn modelId="{FE309FA0-A0C4-49BC-99B0-697B7E17A82C}" type="presOf" srcId="{78C6F229-7BBC-4F77-86B5-8CE56E20686A}" destId="{E07DFF10-7666-4BC0-9F9A-20D0EDB1C591}" srcOrd="0" destOrd="2" presId="urn:microsoft.com/office/officeart/2005/8/layout/hList1"/>
    <dgm:cxn modelId="{8F99D7B6-7C14-4958-965D-0FFBB20CDF10}" type="presOf" srcId="{5F1A4B46-0824-4FAE-BC6C-3E1A327F41CA}" destId="{E07DFF10-7666-4BC0-9F9A-20D0EDB1C591}" srcOrd="0" destOrd="1" presId="urn:microsoft.com/office/officeart/2005/8/layout/hList1"/>
    <dgm:cxn modelId="{73C6104C-08BB-4E58-934E-6BE16750136C}" type="presOf" srcId="{EA4307E3-9945-40AD-9291-DB549FF1CD45}" destId="{E07DFF10-7666-4BC0-9F9A-20D0EDB1C591}" srcOrd="0" destOrd="0" presId="urn:microsoft.com/office/officeart/2005/8/layout/hList1"/>
    <dgm:cxn modelId="{964AA0B5-0A9B-415B-9809-4471DF90CE81}" type="presOf" srcId="{F9C6133D-C086-4ABC-90F7-917EA1D705CF}" destId="{68B47D8A-8E31-4CCD-A486-B881CE59531E}" srcOrd="0" destOrd="0" presId="urn:microsoft.com/office/officeart/2005/8/layout/hList1"/>
    <dgm:cxn modelId="{8B75F904-925A-4B3F-A5DA-A4B531F24D7B}" srcId="{F75FA858-4E7E-4846-AD07-B92D20741B7D}" destId="{EA4307E3-9945-40AD-9291-DB549FF1CD45}" srcOrd="0" destOrd="0" parTransId="{341331AC-B365-4456-ACD3-F24C07201D82}" sibTransId="{F448FC90-6F38-4E23-8DCA-2932BA2BCE87}"/>
    <dgm:cxn modelId="{CAE04FCF-D87D-4524-9333-6B169829EDF0}" srcId="{F75FA858-4E7E-4846-AD07-B92D20741B7D}" destId="{78C6F229-7BBC-4F77-86B5-8CE56E20686A}" srcOrd="2" destOrd="0" parTransId="{047AED3C-5437-44D8-BD61-32155CFDB848}" sibTransId="{C4EA9D13-85E2-4F1A-B9A1-E621792A5017}"/>
    <dgm:cxn modelId="{2FC67C44-94F6-4F43-ADE3-581C8D7B7012}" type="presParOf" srcId="{68B47D8A-8E31-4CCD-A486-B881CE59531E}" destId="{72086527-A218-4A15-A910-3D630119613F}" srcOrd="0" destOrd="0" presId="urn:microsoft.com/office/officeart/2005/8/layout/hList1"/>
    <dgm:cxn modelId="{ECD8DF1C-CA85-45EB-8570-9945EFB28F37}" type="presParOf" srcId="{72086527-A218-4A15-A910-3D630119613F}" destId="{6B2E7155-9F8D-490F-8119-A8A4C67D3DF1}" srcOrd="0" destOrd="0" presId="urn:microsoft.com/office/officeart/2005/8/layout/hList1"/>
    <dgm:cxn modelId="{DD4BB06B-18B0-434D-B044-1CDC0F54CF30}" type="presParOf" srcId="{72086527-A218-4A15-A910-3D630119613F}" destId="{E07DFF10-7666-4BC0-9F9A-20D0EDB1C59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D9A554-2739-4A44-AA87-0DC78169E1B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128218FA-21CC-47D6-9F6B-FCAF3AEDA13D}">
      <dgm:prSet phldrT="[Texto]" custT="1"/>
      <dgm:spPr/>
      <dgm:t>
        <a:bodyPr/>
        <a:lstStyle/>
        <a:p>
          <a:pPr>
            <a:buSzPts val="2200"/>
            <a:buFont typeface="Arial"/>
            <a:buNone/>
          </a:pPr>
          <a:r>
            <a:rPr lang="es-PE" sz="1800" dirty="0">
              <a:latin typeface="Calibri Light" panose="020F0302020204030204" pitchFamily="34" charset="0"/>
              <a:cs typeface="Calibri Light" panose="020F0302020204030204" pitchFamily="34" charset="0"/>
            </a:rPr>
            <a:t>Base de datos NoSQL</a:t>
          </a:r>
        </a:p>
      </dgm:t>
    </dgm:pt>
    <dgm:pt modelId="{1026F85F-C20D-4F0C-BFEB-DE55BB97F14C}" type="parTrans" cxnId="{9D9403F2-A972-469B-A069-ABB4E8E4B8A5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D089A485-5D7B-4787-97B4-D2EC151AA809}" type="sibTrans" cxnId="{9D9403F2-A972-469B-A069-ABB4E8E4B8A5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4AC7E650-CE5F-45AF-BCC3-78CCCCA4AF7E}">
      <dgm:prSet custT="1"/>
      <dgm:spPr/>
      <dgm:t>
        <a:bodyPr/>
        <a:lstStyle/>
        <a:p>
          <a:r>
            <a:rPr lang="es-ES" sz="1800" dirty="0">
              <a:latin typeface="Calibri Light" panose="020F0302020204030204" pitchFamily="34" charset="0"/>
              <a:cs typeface="Calibri Light" panose="020F0302020204030204" pitchFamily="34" charset="0"/>
            </a:rPr>
            <a:t>Documentos en lugar de tablas</a:t>
          </a:r>
        </a:p>
      </dgm:t>
    </dgm:pt>
    <dgm:pt modelId="{62C8CC23-DB3D-4D21-B502-F6CBC7960527}" type="parTrans" cxnId="{DF0CE3AC-CB9F-4165-BCFE-7FE79F071DB5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B0BF2909-9054-4D0E-88FE-E9078EE611DA}" type="sibTrans" cxnId="{DF0CE3AC-CB9F-4165-BCFE-7FE79F071DB5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0F86271B-13BC-487A-9152-56843687B48C}">
      <dgm:prSet custT="1"/>
      <dgm:spPr/>
      <dgm:t>
        <a:bodyPr/>
        <a:lstStyle/>
        <a:p>
          <a:r>
            <a:rPr lang="es-PE" sz="1800" dirty="0">
              <a:latin typeface="Calibri Light" panose="020F0302020204030204" pitchFamily="34" charset="0"/>
              <a:cs typeface="Calibri Light" panose="020F0302020204030204" pitchFamily="34" charset="0"/>
            </a:rPr>
            <a:t>Esquema tipo JSON</a:t>
          </a:r>
        </a:p>
      </dgm:t>
    </dgm:pt>
    <dgm:pt modelId="{5EDF0DCC-2798-43BA-96EB-9275C7AF8D7C}" type="parTrans" cxnId="{3274F4E8-F77A-42A0-83BE-5609FDD2CE98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E857853E-E488-4DB5-A5A6-5AEFE2B9BC26}" type="sibTrans" cxnId="{3274F4E8-F77A-42A0-83BE-5609FDD2CE98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C83D486F-BB99-45F0-AA24-0515958942BB}">
      <dgm:prSet custT="1"/>
      <dgm:spPr/>
      <dgm:t>
        <a:bodyPr/>
        <a:lstStyle/>
        <a:p>
          <a:r>
            <a:rPr lang="es-PE" sz="1800" dirty="0">
              <a:latin typeface="Calibri Light" panose="020F0302020204030204" pitchFamily="34" charset="0"/>
              <a:cs typeface="Calibri Light" panose="020F0302020204030204" pitchFamily="34" charset="0"/>
            </a:rPr>
            <a:t>Flexible</a:t>
          </a:r>
        </a:p>
      </dgm:t>
    </dgm:pt>
    <dgm:pt modelId="{6DDE8D4A-9927-45D5-B3CB-B7E5AA0721D7}" type="parTrans" cxnId="{AFB15FE2-E5DB-4E3E-911E-860839F1EF34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58250161-FF02-4AAE-935F-BE60613B1E5A}" type="sibTrans" cxnId="{AFB15FE2-E5DB-4E3E-911E-860839F1EF34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FE77DCB0-121D-48EA-B4AC-1D4BF570D27E}">
      <dgm:prSet custT="1"/>
      <dgm:spPr/>
      <dgm:t>
        <a:bodyPr/>
        <a:lstStyle/>
        <a:p>
          <a:r>
            <a:rPr lang="es-PE" sz="1800" dirty="0">
              <a:latin typeface="Calibri Light" panose="020F0302020204030204" pitchFamily="34" charset="0"/>
              <a:cs typeface="Calibri Light" panose="020F0302020204030204" pitchFamily="34" charset="0"/>
            </a:rPr>
            <a:t>Estructuras complejas</a:t>
          </a:r>
        </a:p>
      </dgm:t>
    </dgm:pt>
    <dgm:pt modelId="{0ABA23FF-CC67-4A84-9296-E817052EC159}" type="parTrans" cxnId="{14C663E2-4F6D-4405-A51E-A74DD10C38DB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9EF77B84-1636-4EF0-A37B-920DFC7D8EE9}" type="sibTrans" cxnId="{14C663E2-4F6D-4405-A51E-A74DD10C38DB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41BFFE6D-A00C-4104-853D-D943649F419C}">
      <dgm:prSet custT="1"/>
      <dgm:spPr/>
      <dgm:t>
        <a:bodyPr/>
        <a:lstStyle/>
        <a:p>
          <a:r>
            <a:rPr lang="es-PE" sz="1800" dirty="0">
              <a:latin typeface="Calibri Light" panose="020F0302020204030204" pitchFamily="34" charset="0"/>
              <a:cs typeface="Calibri Light" panose="020F0302020204030204" pitchFamily="34" charset="0"/>
            </a:rPr>
            <a:t>Escalamiento bueno horizontal</a:t>
          </a:r>
        </a:p>
      </dgm:t>
    </dgm:pt>
    <dgm:pt modelId="{B604308C-F5FD-4877-A0D3-7C07343517BC}" type="parTrans" cxnId="{361A1D07-2EEC-4170-8B3C-870239724F49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62492992-4A0C-44D8-B4B6-279232019E41}" type="sibTrans" cxnId="{361A1D07-2EEC-4170-8B3C-870239724F49}">
      <dgm:prSet/>
      <dgm:spPr/>
      <dgm:t>
        <a:bodyPr/>
        <a:lstStyle/>
        <a:p>
          <a:endParaRPr lang="es-PE" sz="1800"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33532377-6BBB-465F-B9B8-5E0F22F5140D}" type="pres">
      <dgm:prSet presAssocID="{0DD9A554-2739-4A44-AA87-0DC78169E1B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E2183451-3C47-4151-9702-56166EFDE1BD}" type="pres">
      <dgm:prSet presAssocID="{128218FA-21CC-47D6-9F6B-FCAF3AEDA13D}" presName="parentLin" presStyleCnt="0"/>
      <dgm:spPr/>
    </dgm:pt>
    <dgm:pt modelId="{04663325-E0EE-46FC-A972-40BE76D37FD2}" type="pres">
      <dgm:prSet presAssocID="{128218FA-21CC-47D6-9F6B-FCAF3AEDA13D}" presName="parentLeftMargin" presStyleLbl="node1" presStyleIdx="0" presStyleCnt="6"/>
      <dgm:spPr/>
      <dgm:t>
        <a:bodyPr/>
        <a:lstStyle/>
        <a:p>
          <a:endParaRPr lang="es-ES"/>
        </a:p>
      </dgm:t>
    </dgm:pt>
    <dgm:pt modelId="{324E9FA4-D20F-431A-99DF-F49912CB3D9C}" type="pres">
      <dgm:prSet presAssocID="{128218FA-21CC-47D6-9F6B-FCAF3AEDA13D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C17F146-EE01-48C0-A24F-FF3D89BF8F15}" type="pres">
      <dgm:prSet presAssocID="{128218FA-21CC-47D6-9F6B-FCAF3AEDA13D}" presName="negativeSpace" presStyleCnt="0"/>
      <dgm:spPr/>
    </dgm:pt>
    <dgm:pt modelId="{6C2FB6F3-E270-4D4F-92BC-C158C5437D15}" type="pres">
      <dgm:prSet presAssocID="{128218FA-21CC-47D6-9F6B-FCAF3AEDA13D}" presName="childText" presStyleLbl="conFgAcc1" presStyleIdx="0" presStyleCnt="6">
        <dgm:presLayoutVars>
          <dgm:bulletEnabled val="1"/>
        </dgm:presLayoutVars>
      </dgm:prSet>
      <dgm:spPr/>
    </dgm:pt>
    <dgm:pt modelId="{9AFB98AA-145D-41DC-9CB7-4E24EB1C3F51}" type="pres">
      <dgm:prSet presAssocID="{D089A485-5D7B-4787-97B4-D2EC151AA809}" presName="spaceBetweenRectangles" presStyleCnt="0"/>
      <dgm:spPr/>
    </dgm:pt>
    <dgm:pt modelId="{F8811FC3-4D60-4FBB-92FA-0A5B5C0B894C}" type="pres">
      <dgm:prSet presAssocID="{4AC7E650-CE5F-45AF-BCC3-78CCCCA4AF7E}" presName="parentLin" presStyleCnt="0"/>
      <dgm:spPr/>
    </dgm:pt>
    <dgm:pt modelId="{1F28C257-2879-4C56-AEEF-4CF648BDC4EE}" type="pres">
      <dgm:prSet presAssocID="{4AC7E650-CE5F-45AF-BCC3-78CCCCA4AF7E}" presName="parentLeftMargin" presStyleLbl="node1" presStyleIdx="0" presStyleCnt="6"/>
      <dgm:spPr/>
      <dgm:t>
        <a:bodyPr/>
        <a:lstStyle/>
        <a:p>
          <a:endParaRPr lang="es-ES"/>
        </a:p>
      </dgm:t>
    </dgm:pt>
    <dgm:pt modelId="{95FBFA93-5B27-4676-A488-C706D52E254B}" type="pres">
      <dgm:prSet presAssocID="{4AC7E650-CE5F-45AF-BCC3-78CCCCA4AF7E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CBA90F5-36F3-4DA9-BBE7-D23CFC9F9C31}" type="pres">
      <dgm:prSet presAssocID="{4AC7E650-CE5F-45AF-BCC3-78CCCCA4AF7E}" presName="negativeSpace" presStyleCnt="0"/>
      <dgm:spPr/>
    </dgm:pt>
    <dgm:pt modelId="{6B020B5F-4DAF-43C7-9284-BEBE5943B21F}" type="pres">
      <dgm:prSet presAssocID="{4AC7E650-CE5F-45AF-BCC3-78CCCCA4AF7E}" presName="childText" presStyleLbl="conFgAcc1" presStyleIdx="1" presStyleCnt="6">
        <dgm:presLayoutVars>
          <dgm:bulletEnabled val="1"/>
        </dgm:presLayoutVars>
      </dgm:prSet>
      <dgm:spPr/>
    </dgm:pt>
    <dgm:pt modelId="{CB09782B-22C5-4667-9BC6-EABDA5818005}" type="pres">
      <dgm:prSet presAssocID="{B0BF2909-9054-4D0E-88FE-E9078EE611DA}" presName="spaceBetweenRectangles" presStyleCnt="0"/>
      <dgm:spPr/>
    </dgm:pt>
    <dgm:pt modelId="{6898F8A0-F4BA-4C15-BE34-84724D640041}" type="pres">
      <dgm:prSet presAssocID="{0F86271B-13BC-487A-9152-56843687B48C}" presName="parentLin" presStyleCnt="0"/>
      <dgm:spPr/>
    </dgm:pt>
    <dgm:pt modelId="{3D62E8E6-63E7-461A-B7BC-9317004FBBAC}" type="pres">
      <dgm:prSet presAssocID="{0F86271B-13BC-487A-9152-56843687B48C}" presName="parentLeftMargin" presStyleLbl="node1" presStyleIdx="1" presStyleCnt="6"/>
      <dgm:spPr/>
      <dgm:t>
        <a:bodyPr/>
        <a:lstStyle/>
        <a:p>
          <a:endParaRPr lang="es-ES"/>
        </a:p>
      </dgm:t>
    </dgm:pt>
    <dgm:pt modelId="{6431EE30-3D67-452A-9EA1-E687E26A9DFF}" type="pres">
      <dgm:prSet presAssocID="{0F86271B-13BC-487A-9152-56843687B48C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8DF44B4-A078-4518-8064-0111AE367B1A}" type="pres">
      <dgm:prSet presAssocID="{0F86271B-13BC-487A-9152-56843687B48C}" presName="negativeSpace" presStyleCnt="0"/>
      <dgm:spPr/>
    </dgm:pt>
    <dgm:pt modelId="{7AB46907-7D5D-47F5-9A2A-72CFB38D1966}" type="pres">
      <dgm:prSet presAssocID="{0F86271B-13BC-487A-9152-56843687B48C}" presName="childText" presStyleLbl="conFgAcc1" presStyleIdx="2" presStyleCnt="6">
        <dgm:presLayoutVars>
          <dgm:bulletEnabled val="1"/>
        </dgm:presLayoutVars>
      </dgm:prSet>
      <dgm:spPr/>
    </dgm:pt>
    <dgm:pt modelId="{95BBBA95-7A7B-4E37-A750-8C31A5426E8C}" type="pres">
      <dgm:prSet presAssocID="{E857853E-E488-4DB5-A5A6-5AEFE2B9BC26}" presName="spaceBetweenRectangles" presStyleCnt="0"/>
      <dgm:spPr/>
    </dgm:pt>
    <dgm:pt modelId="{04DF724C-90F4-4C3B-A7FA-02FFBCBE2BC5}" type="pres">
      <dgm:prSet presAssocID="{C83D486F-BB99-45F0-AA24-0515958942BB}" presName="parentLin" presStyleCnt="0"/>
      <dgm:spPr/>
    </dgm:pt>
    <dgm:pt modelId="{02A4F686-CD10-4308-9981-E61116D10EF7}" type="pres">
      <dgm:prSet presAssocID="{C83D486F-BB99-45F0-AA24-0515958942BB}" presName="parentLeftMargin" presStyleLbl="node1" presStyleIdx="2" presStyleCnt="6"/>
      <dgm:spPr/>
      <dgm:t>
        <a:bodyPr/>
        <a:lstStyle/>
        <a:p>
          <a:endParaRPr lang="es-ES"/>
        </a:p>
      </dgm:t>
    </dgm:pt>
    <dgm:pt modelId="{444C5EFE-A45A-4D00-A3A9-B6297A1DE744}" type="pres">
      <dgm:prSet presAssocID="{C83D486F-BB99-45F0-AA24-0515958942BB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56798DA-8EC1-4165-838C-1BD3D7A4EFEA}" type="pres">
      <dgm:prSet presAssocID="{C83D486F-BB99-45F0-AA24-0515958942BB}" presName="negativeSpace" presStyleCnt="0"/>
      <dgm:spPr/>
    </dgm:pt>
    <dgm:pt modelId="{6EF96CA5-AE7E-4D54-AB0F-8020421BCF89}" type="pres">
      <dgm:prSet presAssocID="{C83D486F-BB99-45F0-AA24-0515958942BB}" presName="childText" presStyleLbl="conFgAcc1" presStyleIdx="3" presStyleCnt="6">
        <dgm:presLayoutVars>
          <dgm:bulletEnabled val="1"/>
        </dgm:presLayoutVars>
      </dgm:prSet>
      <dgm:spPr/>
    </dgm:pt>
    <dgm:pt modelId="{86FB8072-ECF9-4CAC-B179-6F212B328BF4}" type="pres">
      <dgm:prSet presAssocID="{58250161-FF02-4AAE-935F-BE60613B1E5A}" presName="spaceBetweenRectangles" presStyleCnt="0"/>
      <dgm:spPr/>
    </dgm:pt>
    <dgm:pt modelId="{63C3CF7A-53C1-4CE9-9761-E884375C558F}" type="pres">
      <dgm:prSet presAssocID="{FE77DCB0-121D-48EA-B4AC-1D4BF570D27E}" presName="parentLin" presStyleCnt="0"/>
      <dgm:spPr/>
    </dgm:pt>
    <dgm:pt modelId="{53BAB1F5-2144-4B30-9104-76183BB7D3AD}" type="pres">
      <dgm:prSet presAssocID="{FE77DCB0-121D-48EA-B4AC-1D4BF570D27E}" presName="parentLeftMargin" presStyleLbl="node1" presStyleIdx="3" presStyleCnt="6"/>
      <dgm:spPr/>
      <dgm:t>
        <a:bodyPr/>
        <a:lstStyle/>
        <a:p>
          <a:endParaRPr lang="es-ES"/>
        </a:p>
      </dgm:t>
    </dgm:pt>
    <dgm:pt modelId="{33F4468D-5170-4446-9CDF-18C40F9370A4}" type="pres">
      <dgm:prSet presAssocID="{FE77DCB0-121D-48EA-B4AC-1D4BF570D27E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1205C8B-5499-4398-8B91-4E14FB96837C}" type="pres">
      <dgm:prSet presAssocID="{FE77DCB0-121D-48EA-B4AC-1D4BF570D27E}" presName="negativeSpace" presStyleCnt="0"/>
      <dgm:spPr/>
    </dgm:pt>
    <dgm:pt modelId="{1DCF9131-6342-4138-9140-F7A5866601B0}" type="pres">
      <dgm:prSet presAssocID="{FE77DCB0-121D-48EA-B4AC-1D4BF570D27E}" presName="childText" presStyleLbl="conFgAcc1" presStyleIdx="4" presStyleCnt="6">
        <dgm:presLayoutVars>
          <dgm:bulletEnabled val="1"/>
        </dgm:presLayoutVars>
      </dgm:prSet>
      <dgm:spPr/>
    </dgm:pt>
    <dgm:pt modelId="{D3E6B235-88C0-4EB4-8E42-9200EB12B19D}" type="pres">
      <dgm:prSet presAssocID="{9EF77B84-1636-4EF0-A37B-920DFC7D8EE9}" presName="spaceBetweenRectangles" presStyleCnt="0"/>
      <dgm:spPr/>
    </dgm:pt>
    <dgm:pt modelId="{1F622B64-33AD-44BC-9820-F4716E8957EC}" type="pres">
      <dgm:prSet presAssocID="{41BFFE6D-A00C-4104-853D-D943649F419C}" presName="parentLin" presStyleCnt="0"/>
      <dgm:spPr/>
    </dgm:pt>
    <dgm:pt modelId="{B6DD68FB-F093-44FA-BB99-F2A7FE220B1C}" type="pres">
      <dgm:prSet presAssocID="{41BFFE6D-A00C-4104-853D-D943649F419C}" presName="parentLeftMargin" presStyleLbl="node1" presStyleIdx="4" presStyleCnt="6"/>
      <dgm:spPr/>
      <dgm:t>
        <a:bodyPr/>
        <a:lstStyle/>
        <a:p>
          <a:endParaRPr lang="es-ES"/>
        </a:p>
      </dgm:t>
    </dgm:pt>
    <dgm:pt modelId="{20905105-1997-4A99-9CB7-14219CF4D365}" type="pres">
      <dgm:prSet presAssocID="{41BFFE6D-A00C-4104-853D-D943649F419C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34F3773-05F9-4216-A606-6735FDB25875}" type="pres">
      <dgm:prSet presAssocID="{41BFFE6D-A00C-4104-853D-D943649F419C}" presName="negativeSpace" presStyleCnt="0"/>
      <dgm:spPr/>
    </dgm:pt>
    <dgm:pt modelId="{7F0E9F63-8FA5-4DF7-BFD1-EA89543B64E7}" type="pres">
      <dgm:prSet presAssocID="{41BFFE6D-A00C-4104-853D-D943649F419C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7F809381-3450-4577-ABA0-65B0EFAE80C7}" type="presOf" srcId="{0F86271B-13BC-487A-9152-56843687B48C}" destId="{6431EE30-3D67-452A-9EA1-E687E26A9DFF}" srcOrd="1" destOrd="0" presId="urn:microsoft.com/office/officeart/2005/8/layout/list1"/>
    <dgm:cxn modelId="{062346A7-F529-4FEF-BB9B-541B3B2D87A0}" type="presOf" srcId="{4AC7E650-CE5F-45AF-BCC3-78CCCCA4AF7E}" destId="{95FBFA93-5B27-4676-A488-C706D52E254B}" srcOrd="1" destOrd="0" presId="urn:microsoft.com/office/officeart/2005/8/layout/list1"/>
    <dgm:cxn modelId="{AFB15FE2-E5DB-4E3E-911E-860839F1EF34}" srcId="{0DD9A554-2739-4A44-AA87-0DC78169E1B9}" destId="{C83D486F-BB99-45F0-AA24-0515958942BB}" srcOrd="3" destOrd="0" parTransId="{6DDE8D4A-9927-45D5-B3CB-B7E5AA0721D7}" sibTransId="{58250161-FF02-4AAE-935F-BE60613B1E5A}"/>
    <dgm:cxn modelId="{542AAFC9-333B-4ADF-8691-17A80AE5CF0F}" type="presOf" srcId="{0DD9A554-2739-4A44-AA87-0DC78169E1B9}" destId="{33532377-6BBB-465F-B9B8-5E0F22F5140D}" srcOrd="0" destOrd="0" presId="urn:microsoft.com/office/officeart/2005/8/layout/list1"/>
    <dgm:cxn modelId="{2D4CA1C3-FCDE-4116-BC5D-48449439694F}" type="presOf" srcId="{41BFFE6D-A00C-4104-853D-D943649F419C}" destId="{20905105-1997-4A99-9CB7-14219CF4D365}" srcOrd="1" destOrd="0" presId="urn:microsoft.com/office/officeart/2005/8/layout/list1"/>
    <dgm:cxn modelId="{52126797-7CA3-4CB1-86D7-6E6AA9B63490}" type="presOf" srcId="{C83D486F-BB99-45F0-AA24-0515958942BB}" destId="{02A4F686-CD10-4308-9981-E61116D10EF7}" srcOrd="0" destOrd="0" presId="urn:microsoft.com/office/officeart/2005/8/layout/list1"/>
    <dgm:cxn modelId="{70E3DBB6-A1E4-4BC8-A765-2F4B8D1A670E}" type="presOf" srcId="{41BFFE6D-A00C-4104-853D-D943649F419C}" destId="{B6DD68FB-F093-44FA-BB99-F2A7FE220B1C}" srcOrd="0" destOrd="0" presId="urn:microsoft.com/office/officeart/2005/8/layout/list1"/>
    <dgm:cxn modelId="{A5C2AA2A-DE8D-458D-8B66-F0819518F48D}" type="presOf" srcId="{FE77DCB0-121D-48EA-B4AC-1D4BF570D27E}" destId="{53BAB1F5-2144-4B30-9104-76183BB7D3AD}" srcOrd="0" destOrd="0" presId="urn:microsoft.com/office/officeart/2005/8/layout/list1"/>
    <dgm:cxn modelId="{442DFB94-490A-4339-9777-74E60B145481}" type="presOf" srcId="{0F86271B-13BC-487A-9152-56843687B48C}" destId="{3D62E8E6-63E7-461A-B7BC-9317004FBBAC}" srcOrd="0" destOrd="0" presId="urn:microsoft.com/office/officeart/2005/8/layout/list1"/>
    <dgm:cxn modelId="{DF0CE3AC-CB9F-4165-BCFE-7FE79F071DB5}" srcId="{0DD9A554-2739-4A44-AA87-0DC78169E1B9}" destId="{4AC7E650-CE5F-45AF-BCC3-78CCCCA4AF7E}" srcOrd="1" destOrd="0" parTransId="{62C8CC23-DB3D-4D21-B502-F6CBC7960527}" sibTransId="{B0BF2909-9054-4D0E-88FE-E9078EE611DA}"/>
    <dgm:cxn modelId="{FFDD4D5D-30DB-4937-A50A-CC926BFD17DF}" type="presOf" srcId="{128218FA-21CC-47D6-9F6B-FCAF3AEDA13D}" destId="{04663325-E0EE-46FC-A972-40BE76D37FD2}" srcOrd="0" destOrd="0" presId="urn:microsoft.com/office/officeart/2005/8/layout/list1"/>
    <dgm:cxn modelId="{115617E8-485B-47F6-A036-A6E20D7D1FDD}" type="presOf" srcId="{C83D486F-BB99-45F0-AA24-0515958942BB}" destId="{444C5EFE-A45A-4D00-A3A9-B6297A1DE744}" srcOrd="1" destOrd="0" presId="urn:microsoft.com/office/officeart/2005/8/layout/list1"/>
    <dgm:cxn modelId="{9D9403F2-A972-469B-A069-ABB4E8E4B8A5}" srcId="{0DD9A554-2739-4A44-AA87-0DC78169E1B9}" destId="{128218FA-21CC-47D6-9F6B-FCAF3AEDA13D}" srcOrd="0" destOrd="0" parTransId="{1026F85F-C20D-4F0C-BFEB-DE55BB97F14C}" sibTransId="{D089A485-5D7B-4787-97B4-D2EC151AA809}"/>
    <dgm:cxn modelId="{414D9F4D-8F1D-419B-8F94-F26CB351D7FC}" type="presOf" srcId="{128218FA-21CC-47D6-9F6B-FCAF3AEDA13D}" destId="{324E9FA4-D20F-431A-99DF-F49912CB3D9C}" srcOrd="1" destOrd="0" presId="urn:microsoft.com/office/officeart/2005/8/layout/list1"/>
    <dgm:cxn modelId="{3274F4E8-F77A-42A0-83BE-5609FDD2CE98}" srcId="{0DD9A554-2739-4A44-AA87-0DC78169E1B9}" destId="{0F86271B-13BC-487A-9152-56843687B48C}" srcOrd="2" destOrd="0" parTransId="{5EDF0DCC-2798-43BA-96EB-9275C7AF8D7C}" sibTransId="{E857853E-E488-4DB5-A5A6-5AEFE2B9BC26}"/>
    <dgm:cxn modelId="{14C663E2-4F6D-4405-A51E-A74DD10C38DB}" srcId="{0DD9A554-2739-4A44-AA87-0DC78169E1B9}" destId="{FE77DCB0-121D-48EA-B4AC-1D4BF570D27E}" srcOrd="4" destOrd="0" parTransId="{0ABA23FF-CC67-4A84-9296-E817052EC159}" sibTransId="{9EF77B84-1636-4EF0-A37B-920DFC7D8EE9}"/>
    <dgm:cxn modelId="{2C1D2D1F-2471-414A-98F0-E814DE87691D}" type="presOf" srcId="{4AC7E650-CE5F-45AF-BCC3-78CCCCA4AF7E}" destId="{1F28C257-2879-4C56-AEEF-4CF648BDC4EE}" srcOrd="0" destOrd="0" presId="urn:microsoft.com/office/officeart/2005/8/layout/list1"/>
    <dgm:cxn modelId="{361A1D07-2EEC-4170-8B3C-870239724F49}" srcId="{0DD9A554-2739-4A44-AA87-0DC78169E1B9}" destId="{41BFFE6D-A00C-4104-853D-D943649F419C}" srcOrd="5" destOrd="0" parTransId="{B604308C-F5FD-4877-A0D3-7C07343517BC}" sibTransId="{62492992-4A0C-44D8-B4B6-279232019E41}"/>
    <dgm:cxn modelId="{43319C77-B5B5-4919-8B4F-3BA9F3973759}" type="presOf" srcId="{FE77DCB0-121D-48EA-B4AC-1D4BF570D27E}" destId="{33F4468D-5170-4446-9CDF-18C40F9370A4}" srcOrd="1" destOrd="0" presId="urn:microsoft.com/office/officeart/2005/8/layout/list1"/>
    <dgm:cxn modelId="{1B4E33AA-9852-49E6-99A9-04F7794FA5ED}" type="presParOf" srcId="{33532377-6BBB-465F-B9B8-5E0F22F5140D}" destId="{E2183451-3C47-4151-9702-56166EFDE1BD}" srcOrd="0" destOrd="0" presId="urn:microsoft.com/office/officeart/2005/8/layout/list1"/>
    <dgm:cxn modelId="{5EE5676D-B5D7-41F0-B5EB-1ECDC87D96D2}" type="presParOf" srcId="{E2183451-3C47-4151-9702-56166EFDE1BD}" destId="{04663325-E0EE-46FC-A972-40BE76D37FD2}" srcOrd="0" destOrd="0" presId="urn:microsoft.com/office/officeart/2005/8/layout/list1"/>
    <dgm:cxn modelId="{0B6F3C0E-B80A-4242-B753-F6952B037665}" type="presParOf" srcId="{E2183451-3C47-4151-9702-56166EFDE1BD}" destId="{324E9FA4-D20F-431A-99DF-F49912CB3D9C}" srcOrd="1" destOrd="0" presId="urn:microsoft.com/office/officeart/2005/8/layout/list1"/>
    <dgm:cxn modelId="{754B45EF-1438-4821-A5B4-0FA0B3611E09}" type="presParOf" srcId="{33532377-6BBB-465F-B9B8-5E0F22F5140D}" destId="{DC17F146-EE01-48C0-A24F-FF3D89BF8F15}" srcOrd="1" destOrd="0" presId="urn:microsoft.com/office/officeart/2005/8/layout/list1"/>
    <dgm:cxn modelId="{7B9569C2-6316-4A04-A010-1022157B3C38}" type="presParOf" srcId="{33532377-6BBB-465F-B9B8-5E0F22F5140D}" destId="{6C2FB6F3-E270-4D4F-92BC-C158C5437D15}" srcOrd="2" destOrd="0" presId="urn:microsoft.com/office/officeart/2005/8/layout/list1"/>
    <dgm:cxn modelId="{11CBCD99-DFEF-4850-9982-CF3351E7589A}" type="presParOf" srcId="{33532377-6BBB-465F-B9B8-5E0F22F5140D}" destId="{9AFB98AA-145D-41DC-9CB7-4E24EB1C3F51}" srcOrd="3" destOrd="0" presId="urn:microsoft.com/office/officeart/2005/8/layout/list1"/>
    <dgm:cxn modelId="{1B442D17-EF1F-4BF9-8AD9-2FC363C0878C}" type="presParOf" srcId="{33532377-6BBB-465F-B9B8-5E0F22F5140D}" destId="{F8811FC3-4D60-4FBB-92FA-0A5B5C0B894C}" srcOrd="4" destOrd="0" presId="urn:microsoft.com/office/officeart/2005/8/layout/list1"/>
    <dgm:cxn modelId="{5B7041ED-DF73-4927-BBA4-49887E0B6363}" type="presParOf" srcId="{F8811FC3-4D60-4FBB-92FA-0A5B5C0B894C}" destId="{1F28C257-2879-4C56-AEEF-4CF648BDC4EE}" srcOrd="0" destOrd="0" presId="urn:microsoft.com/office/officeart/2005/8/layout/list1"/>
    <dgm:cxn modelId="{0722CFB2-C9B8-468B-A329-C85F6A974D54}" type="presParOf" srcId="{F8811FC3-4D60-4FBB-92FA-0A5B5C0B894C}" destId="{95FBFA93-5B27-4676-A488-C706D52E254B}" srcOrd="1" destOrd="0" presId="urn:microsoft.com/office/officeart/2005/8/layout/list1"/>
    <dgm:cxn modelId="{ECDF372B-D0C0-444A-887B-872CF0FEA7AC}" type="presParOf" srcId="{33532377-6BBB-465F-B9B8-5E0F22F5140D}" destId="{6CBA90F5-36F3-4DA9-BBE7-D23CFC9F9C31}" srcOrd="5" destOrd="0" presId="urn:microsoft.com/office/officeart/2005/8/layout/list1"/>
    <dgm:cxn modelId="{0BD422C3-6F39-41E1-B5ED-9B12F1BAA427}" type="presParOf" srcId="{33532377-6BBB-465F-B9B8-5E0F22F5140D}" destId="{6B020B5F-4DAF-43C7-9284-BEBE5943B21F}" srcOrd="6" destOrd="0" presId="urn:microsoft.com/office/officeart/2005/8/layout/list1"/>
    <dgm:cxn modelId="{837E24A4-40FA-499C-A2A9-2A2E5A61B64C}" type="presParOf" srcId="{33532377-6BBB-465F-B9B8-5E0F22F5140D}" destId="{CB09782B-22C5-4667-9BC6-EABDA5818005}" srcOrd="7" destOrd="0" presId="urn:microsoft.com/office/officeart/2005/8/layout/list1"/>
    <dgm:cxn modelId="{2471E436-C06D-4D62-8CEC-C9F63F6DCDC7}" type="presParOf" srcId="{33532377-6BBB-465F-B9B8-5E0F22F5140D}" destId="{6898F8A0-F4BA-4C15-BE34-84724D640041}" srcOrd="8" destOrd="0" presId="urn:microsoft.com/office/officeart/2005/8/layout/list1"/>
    <dgm:cxn modelId="{C4DE36FB-4DBD-43DD-8A68-087B7A290313}" type="presParOf" srcId="{6898F8A0-F4BA-4C15-BE34-84724D640041}" destId="{3D62E8E6-63E7-461A-B7BC-9317004FBBAC}" srcOrd="0" destOrd="0" presId="urn:microsoft.com/office/officeart/2005/8/layout/list1"/>
    <dgm:cxn modelId="{4C47BD6C-6980-43A0-8FA4-F6282BBB6617}" type="presParOf" srcId="{6898F8A0-F4BA-4C15-BE34-84724D640041}" destId="{6431EE30-3D67-452A-9EA1-E687E26A9DFF}" srcOrd="1" destOrd="0" presId="urn:microsoft.com/office/officeart/2005/8/layout/list1"/>
    <dgm:cxn modelId="{0AFF9301-9964-4E1A-9FC0-30205387ADE8}" type="presParOf" srcId="{33532377-6BBB-465F-B9B8-5E0F22F5140D}" destId="{38DF44B4-A078-4518-8064-0111AE367B1A}" srcOrd="9" destOrd="0" presId="urn:microsoft.com/office/officeart/2005/8/layout/list1"/>
    <dgm:cxn modelId="{04991990-DE1C-48E2-A601-1572843E08C6}" type="presParOf" srcId="{33532377-6BBB-465F-B9B8-5E0F22F5140D}" destId="{7AB46907-7D5D-47F5-9A2A-72CFB38D1966}" srcOrd="10" destOrd="0" presId="urn:microsoft.com/office/officeart/2005/8/layout/list1"/>
    <dgm:cxn modelId="{34B42708-0D87-467E-89C3-1607C234AD6C}" type="presParOf" srcId="{33532377-6BBB-465F-B9B8-5E0F22F5140D}" destId="{95BBBA95-7A7B-4E37-A750-8C31A5426E8C}" srcOrd="11" destOrd="0" presId="urn:microsoft.com/office/officeart/2005/8/layout/list1"/>
    <dgm:cxn modelId="{6F69C9E1-1876-43B9-947F-5A6FF8BA7CF7}" type="presParOf" srcId="{33532377-6BBB-465F-B9B8-5E0F22F5140D}" destId="{04DF724C-90F4-4C3B-A7FA-02FFBCBE2BC5}" srcOrd="12" destOrd="0" presId="urn:microsoft.com/office/officeart/2005/8/layout/list1"/>
    <dgm:cxn modelId="{D616C06B-5D8E-4A8C-8DEE-AA3F6D32306D}" type="presParOf" srcId="{04DF724C-90F4-4C3B-A7FA-02FFBCBE2BC5}" destId="{02A4F686-CD10-4308-9981-E61116D10EF7}" srcOrd="0" destOrd="0" presId="urn:microsoft.com/office/officeart/2005/8/layout/list1"/>
    <dgm:cxn modelId="{8B7FA5ED-26B4-49D6-BE48-A85ACE1E0302}" type="presParOf" srcId="{04DF724C-90F4-4C3B-A7FA-02FFBCBE2BC5}" destId="{444C5EFE-A45A-4D00-A3A9-B6297A1DE744}" srcOrd="1" destOrd="0" presId="urn:microsoft.com/office/officeart/2005/8/layout/list1"/>
    <dgm:cxn modelId="{5570BD7F-E9EA-45E7-866C-543A55AEE62A}" type="presParOf" srcId="{33532377-6BBB-465F-B9B8-5E0F22F5140D}" destId="{356798DA-8EC1-4165-838C-1BD3D7A4EFEA}" srcOrd="13" destOrd="0" presId="urn:microsoft.com/office/officeart/2005/8/layout/list1"/>
    <dgm:cxn modelId="{B370FD75-679E-4074-A23D-5C5106DBDFD9}" type="presParOf" srcId="{33532377-6BBB-465F-B9B8-5E0F22F5140D}" destId="{6EF96CA5-AE7E-4D54-AB0F-8020421BCF89}" srcOrd="14" destOrd="0" presId="urn:microsoft.com/office/officeart/2005/8/layout/list1"/>
    <dgm:cxn modelId="{82109E2A-9053-44E6-BCB5-B50EE1FA6B58}" type="presParOf" srcId="{33532377-6BBB-465F-B9B8-5E0F22F5140D}" destId="{86FB8072-ECF9-4CAC-B179-6F212B328BF4}" srcOrd="15" destOrd="0" presId="urn:microsoft.com/office/officeart/2005/8/layout/list1"/>
    <dgm:cxn modelId="{76B9A314-5D4C-4AD4-AD1C-8C4661FFACE7}" type="presParOf" srcId="{33532377-6BBB-465F-B9B8-5E0F22F5140D}" destId="{63C3CF7A-53C1-4CE9-9761-E884375C558F}" srcOrd="16" destOrd="0" presId="urn:microsoft.com/office/officeart/2005/8/layout/list1"/>
    <dgm:cxn modelId="{7410B96A-91EA-419F-90FA-C8AF03516F5E}" type="presParOf" srcId="{63C3CF7A-53C1-4CE9-9761-E884375C558F}" destId="{53BAB1F5-2144-4B30-9104-76183BB7D3AD}" srcOrd="0" destOrd="0" presId="urn:microsoft.com/office/officeart/2005/8/layout/list1"/>
    <dgm:cxn modelId="{6637B40F-9604-4A58-AF2A-2DC24831B56A}" type="presParOf" srcId="{63C3CF7A-53C1-4CE9-9761-E884375C558F}" destId="{33F4468D-5170-4446-9CDF-18C40F9370A4}" srcOrd="1" destOrd="0" presId="urn:microsoft.com/office/officeart/2005/8/layout/list1"/>
    <dgm:cxn modelId="{47AE1FE5-15CD-4C1A-9837-8EA59D71E6DD}" type="presParOf" srcId="{33532377-6BBB-465F-B9B8-5E0F22F5140D}" destId="{31205C8B-5499-4398-8B91-4E14FB96837C}" srcOrd="17" destOrd="0" presId="urn:microsoft.com/office/officeart/2005/8/layout/list1"/>
    <dgm:cxn modelId="{173775F9-4DB8-4728-B51D-69431D4F38E4}" type="presParOf" srcId="{33532377-6BBB-465F-B9B8-5E0F22F5140D}" destId="{1DCF9131-6342-4138-9140-F7A5866601B0}" srcOrd="18" destOrd="0" presId="urn:microsoft.com/office/officeart/2005/8/layout/list1"/>
    <dgm:cxn modelId="{4E3112C4-A337-4830-B6F7-25A2B0328AA9}" type="presParOf" srcId="{33532377-6BBB-465F-B9B8-5E0F22F5140D}" destId="{D3E6B235-88C0-4EB4-8E42-9200EB12B19D}" srcOrd="19" destOrd="0" presId="urn:microsoft.com/office/officeart/2005/8/layout/list1"/>
    <dgm:cxn modelId="{992AE701-20E8-4EB5-8A23-0CF4E7EC7C22}" type="presParOf" srcId="{33532377-6BBB-465F-B9B8-5E0F22F5140D}" destId="{1F622B64-33AD-44BC-9820-F4716E8957EC}" srcOrd="20" destOrd="0" presId="urn:microsoft.com/office/officeart/2005/8/layout/list1"/>
    <dgm:cxn modelId="{669FE773-F702-45C3-BDB7-CF47BC2BD133}" type="presParOf" srcId="{1F622B64-33AD-44BC-9820-F4716E8957EC}" destId="{B6DD68FB-F093-44FA-BB99-F2A7FE220B1C}" srcOrd="0" destOrd="0" presId="urn:microsoft.com/office/officeart/2005/8/layout/list1"/>
    <dgm:cxn modelId="{B45D24B9-44B6-4327-9B7F-496E6CFB7DB6}" type="presParOf" srcId="{1F622B64-33AD-44BC-9820-F4716E8957EC}" destId="{20905105-1997-4A99-9CB7-14219CF4D365}" srcOrd="1" destOrd="0" presId="urn:microsoft.com/office/officeart/2005/8/layout/list1"/>
    <dgm:cxn modelId="{D951E0D7-B0CD-4D5D-9159-AC9E46A7EDDE}" type="presParOf" srcId="{33532377-6BBB-465F-B9B8-5E0F22F5140D}" destId="{834F3773-05F9-4216-A606-6735FDB25875}" srcOrd="21" destOrd="0" presId="urn:microsoft.com/office/officeart/2005/8/layout/list1"/>
    <dgm:cxn modelId="{98CF5AB6-08FB-42C6-BBC4-7983607042A9}" type="presParOf" srcId="{33532377-6BBB-465F-B9B8-5E0F22F5140D}" destId="{7F0E9F63-8FA5-4DF7-BFD1-EA89543B64E7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C1832A-6855-42BA-B80B-6E1260D6BFF2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PE"/>
        </a:p>
      </dgm:t>
    </dgm:pt>
    <dgm:pt modelId="{3E5D707D-CD7E-45CC-8280-5C8595321E01}">
      <dgm:prSet phldrT="[Texto]" custT="1"/>
      <dgm:spPr/>
      <dgm:t>
        <a:bodyPr/>
        <a:lstStyle/>
        <a:p>
          <a:pPr>
            <a:buSzPts val="2200"/>
            <a:buFont typeface="Arial"/>
            <a:buNone/>
          </a:pPr>
          <a:r>
            <a:rPr lang="es-ES" sz="24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Scraper versátil y simple de usar.</a:t>
          </a:r>
          <a:endParaRPr lang="es-PE" sz="2400" dirty="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7B63B190-6A3B-4E25-9446-845BF36D681E}" type="parTrans" cxnId="{7F59E73F-4166-48EE-9357-710CBFCF9071}">
      <dgm:prSet/>
      <dgm:spPr/>
      <dgm:t>
        <a:bodyPr/>
        <a:lstStyle/>
        <a:p>
          <a:endParaRPr lang="es-PE" sz="240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9A5612C8-2C42-40CB-854A-FF7DDAA6DB3D}" type="sibTrans" cxnId="{7F59E73F-4166-48EE-9357-710CBFCF9071}">
      <dgm:prSet/>
      <dgm:spPr/>
      <dgm:t>
        <a:bodyPr/>
        <a:lstStyle/>
        <a:p>
          <a:endParaRPr lang="es-PE" sz="240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AB5C4D99-8F54-4B04-A6EE-65C4877E8F4F}">
      <dgm:prSet phldrT="[Texto]" custT="1"/>
      <dgm:spPr/>
      <dgm:t>
        <a:bodyPr/>
        <a:lstStyle/>
        <a:p>
          <a:pPr>
            <a:buSzPts val="2200"/>
            <a:buNone/>
          </a:pPr>
          <a:r>
            <a:rPr lang="es-PE" sz="24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Convierte HTML -&gt; Datos</a:t>
          </a:r>
        </a:p>
      </dgm:t>
    </dgm:pt>
    <dgm:pt modelId="{91EC80A8-E591-4BCC-84FC-E29019986826}" type="parTrans" cxnId="{91FCB8C2-C058-48A7-8EBF-2F315631961B}">
      <dgm:prSet/>
      <dgm:spPr/>
      <dgm:t>
        <a:bodyPr/>
        <a:lstStyle/>
        <a:p>
          <a:endParaRPr lang="es-PE" sz="240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CCB91495-226D-44D0-8D29-21D0683BA5DB}" type="sibTrans" cxnId="{91FCB8C2-C058-48A7-8EBF-2F315631961B}">
      <dgm:prSet/>
      <dgm:spPr/>
      <dgm:t>
        <a:bodyPr/>
        <a:lstStyle/>
        <a:p>
          <a:endParaRPr lang="es-PE" sz="240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953CE0C9-2368-45AE-980A-0921D6E9363C}">
      <dgm:prSet phldrT="[Texto]" custT="1"/>
      <dgm:spPr/>
      <dgm:t>
        <a:bodyPr/>
        <a:lstStyle/>
        <a:p>
          <a:pPr>
            <a:buSzPts val="2200"/>
            <a:buNone/>
          </a:pPr>
          <a:r>
            <a:rPr lang="es-ES" sz="24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Identifica elementos y extrae los datos seleccionados.</a:t>
          </a:r>
          <a:endParaRPr lang="es-PE" sz="2400" dirty="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2C347A5F-4C5F-4395-90BA-C8836D8EB172}" type="parTrans" cxnId="{82FED863-10AA-424A-9B21-A0F408FD8B8E}">
      <dgm:prSet/>
      <dgm:spPr/>
      <dgm:t>
        <a:bodyPr/>
        <a:lstStyle/>
        <a:p>
          <a:endParaRPr lang="es-PE" sz="240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2A61F9C9-71AF-4BA9-98CB-2C0346438159}" type="sibTrans" cxnId="{82FED863-10AA-424A-9B21-A0F408FD8B8E}">
      <dgm:prSet/>
      <dgm:spPr/>
      <dgm:t>
        <a:bodyPr/>
        <a:lstStyle/>
        <a:p>
          <a:endParaRPr lang="es-PE" sz="240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90EE8EF1-7DA6-42E6-8192-BE1F9314256B}" type="pres">
      <dgm:prSet presAssocID="{9FC1832A-6855-42BA-B80B-6E1260D6BFF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s-ES"/>
        </a:p>
      </dgm:t>
    </dgm:pt>
    <dgm:pt modelId="{EA200B34-5BCB-4BCB-B61A-2A1331A45072}" type="pres">
      <dgm:prSet presAssocID="{9FC1832A-6855-42BA-B80B-6E1260D6BFF2}" presName="Name1" presStyleCnt="0"/>
      <dgm:spPr/>
    </dgm:pt>
    <dgm:pt modelId="{2D13555F-61C5-4327-9CCA-A60002015CE6}" type="pres">
      <dgm:prSet presAssocID="{9FC1832A-6855-42BA-B80B-6E1260D6BFF2}" presName="cycle" presStyleCnt="0"/>
      <dgm:spPr/>
    </dgm:pt>
    <dgm:pt modelId="{700848E9-83D6-4E9C-9CC2-A262F46ACE61}" type="pres">
      <dgm:prSet presAssocID="{9FC1832A-6855-42BA-B80B-6E1260D6BFF2}" presName="srcNode" presStyleLbl="node1" presStyleIdx="0" presStyleCnt="3"/>
      <dgm:spPr/>
    </dgm:pt>
    <dgm:pt modelId="{77EABE66-3C0C-40FB-B474-25FC39634DAB}" type="pres">
      <dgm:prSet presAssocID="{9FC1832A-6855-42BA-B80B-6E1260D6BFF2}" presName="conn" presStyleLbl="parChTrans1D2" presStyleIdx="0" presStyleCnt="1"/>
      <dgm:spPr/>
      <dgm:t>
        <a:bodyPr/>
        <a:lstStyle/>
        <a:p>
          <a:endParaRPr lang="es-ES"/>
        </a:p>
      </dgm:t>
    </dgm:pt>
    <dgm:pt modelId="{51CABD6A-2DB4-45F0-A1E0-7E2F864AE5EC}" type="pres">
      <dgm:prSet presAssocID="{9FC1832A-6855-42BA-B80B-6E1260D6BFF2}" presName="extraNode" presStyleLbl="node1" presStyleIdx="0" presStyleCnt="3"/>
      <dgm:spPr/>
    </dgm:pt>
    <dgm:pt modelId="{7FE5AD5A-FEDF-493B-AB6D-5275E46882BF}" type="pres">
      <dgm:prSet presAssocID="{9FC1832A-6855-42BA-B80B-6E1260D6BFF2}" presName="dstNode" presStyleLbl="node1" presStyleIdx="0" presStyleCnt="3"/>
      <dgm:spPr/>
    </dgm:pt>
    <dgm:pt modelId="{E3823572-C00E-41DB-8A0B-F2ECA6743CDC}" type="pres">
      <dgm:prSet presAssocID="{3E5D707D-CD7E-45CC-8280-5C8595321E01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4D1BBC2-5381-4CBB-A5D4-7734CE471675}" type="pres">
      <dgm:prSet presAssocID="{3E5D707D-CD7E-45CC-8280-5C8595321E01}" presName="accent_1" presStyleCnt="0"/>
      <dgm:spPr/>
    </dgm:pt>
    <dgm:pt modelId="{3808AB17-44E9-454F-81E8-480D76A8E56C}" type="pres">
      <dgm:prSet presAssocID="{3E5D707D-CD7E-45CC-8280-5C8595321E01}" presName="accentRepeatNode" presStyleLbl="solidFgAcc1" presStyleIdx="0" presStyleCnt="3"/>
      <dgm:spPr/>
    </dgm:pt>
    <dgm:pt modelId="{88EFE04C-582C-41DB-B226-7E34D0D53FD3}" type="pres">
      <dgm:prSet presAssocID="{AB5C4D99-8F54-4B04-A6EE-65C4877E8F4F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7A02F06-7889-4962-A4D0-9A93F0AAD575}" type="pres">
      <dgm:prSet presAssocID="{AB5C4D99-8F54-4B04-A6EE-65C4877E8F4F}" presName="accent_2" presStyleCnt="0"/>
      <dgm:spPr/>
    </dgm:pt>
    <dgm:pt modelId="{20D117C5-6E62-4B8F-AA4C-7ECCF460B680}" type="pres">
      <dgm:prSet presAssocID="{AB5C4D99-8F54-4B04-A6EE-65C4877E8F4F}" presName="accentRepeatNode" presStyleLbl="solidFgAcc1" presStyleIdx="1" presStyleCnt="3"/>
      <dgm:spPr/>
    </dgm:pt>
    <dgm:pt modelId="{785B468E-5742-4211-BCA2-8F24953C5680}" type="pres">
      <dgm:prSet presAssocID="{953CE0C9-2368-45AE-980A-0921D6E9363C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1F77750-6070-4621-83F9-D3BFB25C2D8C}" type="pres">
      <dgm:prSet presAssocID="{953CE0C9-2368-45AE-980A-0921D6E9363C}" presName="accent_3" presStyleCnt="0"/>
      <dgm:spPr/>
    </dgm:pt>
    <dgm:pt modelId="{98021930-3A4A-4B3F-B036-A6458602C124}" type="pres">
      <dgm:prSet presAssocID="{953CE0C9-2368-45AE-980A-0921D6E9363C}" presName="accentRepeatNode" presStyleLbl="solidFgAcc1" presStyleIdx="2" presStyleCnt="3"/>
      <dgm:spPr/>
    </dgm:pt>
  </dgm:ptLst>
  <dgm:cxnLst>
    <dgm:cxn modelId="{7761A4A1-B755-4BD4-968E-13CB4FD17FB3}" type="presOf" srcId="{9A5612C8-2C42-40CB-854A-FF7DDAA6DB3D}" destId="{77EABE66-3C0C-40FB-B474-25FC39634DAB}" srcOrd="0" destOrd="0" presId="urn:microsoft.com/office/officeart/2008/layout/VerticalCurvedList"/>
    <dgm:cxn modelId="{FF1F4DB3-CED6-4F0D-BB36-6DAC77DFF5C7}" type="presOf" srcId="{3E5D707D-CD7E-45CC-8280-5C8595321E01}" destId="{E3823572-C00E-41DB-8A0B-F2ECA6743CDC}" srcOrd="0" destOrd="0" presId="urn:microsoft.com/office/officeart/2008/layout/VerticalCurvedList"/>
    <dgm:cxn modelId="{F2C060A3-8453-4676-8B4E-8281E247769D}" type="presOf" srcId="{9FC1832A-6855-42BA-B80B-6E1260D6BFF2}" destId="{90EE8EF1-7DA6-42E6-8192-BE1F9314256B}" srcOrd="0" destOrd="0" presId="urn:microsoft.com/office/officeart/2008/layout/VerticalCurvedList"/>
    <dgm:cxn modelId="{7F59E73F-4166-48EE-9357-710CBFCF9071}" srcId="{9FC1832A-6855-42BA-B80B-6E1260D6BFF2}" destId="{3E5D707D-CD7E-45CC-8280-5C8595321E01}" srcOrd="0" destOrd="0" parTransId="{7B63B190-6A3B-4E25-9446-845BF36D681E}" sibTransId="{9A5612C8-2C42-40CB-854A-FF7DDAA6DB3D}"/>
    <dgm:cxn modelId="{91FCB8C2-C058-48A7-8EBF-2F315631961B}" srcId="{9FC1832A-6855-42BA-B80B-6E1260D6BFF2}" destId="{AB5C4D99-8F54-4B04-A6EE-65C4877E8F4F}" srcOrd="1" destOrd="0" parTransId="{91EC80A8-E591-4BCC-84FC-E29019986826}" sibTransId="{CCB91495-226D-44D0-8D29-21D0683BA5DB}"/>
    <dgm:cxn modelId="{8BCD1B18-7BEE-4EDC-98C9-F2510EC7F24C}" type="presOf" srcId="{953CE0C9-2368-45AE-980A-0921D6E9363C}" destId="{785B468E-5742-4211-BCA2-8F24953C5680}" srcOrd="0" destOrd="0" presId="urn:microsoft.com/office/officeart/2008/layout/VerticalCurvedList"/>
    <dgm:cxn modelId="{82FED863-10AA-424A-9B21-A0F408FD8B8E}" srcId="{9FC1832A-6855-42BA-B80B-6E1260D6BFF2}" destId="{953CE0C9-2368-45AE-980A-0921D6E9363C}" srcOrd="2" destOrd="0" parTransId="{2C347A5F-4C5F-4395-90BA-C8836D8EB172}" sibTransId="{2A61F9C9-71AF-4BA9-98CB-2C0346438159}"/>
    <dgm:cxn modelId="{2CBF993A-AF45-42E8-995E-92E682DF3344}" type="presOf" srcId="{AB5C4D99-8F54-4B04-A6EE-65C4877E8F4F}" destId="{88EFE04C-582C-41DB-B226-7E34D0D53FD3}" srcOrd="0" destOrd="0" presId="urn:microsoft.com/office/officeart/2008/layout/VerticalCurvedList"/>
    <dgm:cxn modelId="{2C7DC93D-6042-459B-ADC4-7AFE9EE70362}" type="presParOf" srcId="{90EE8EF1-7DA6-42E6-8192-BE1F9314256B}" destId="{EA200B34-5BCB-4BCB-B61A-2A1331A45072}" srcOrd="0" destOrd="0" presId="urn:microsoft.com/office/officeart/2008/layout/VerticalCurvedList"/>
    <dgm:cxn modelId="{A74E3F2F-AF63-4CC3-B17C-34D9B728D0CB}" type="presParOf" srcId="{EA200B34-5BCB-4BCB-B61A-2A1331A45072}" destId="{2D13555F-61C5-4327-9CCA-A60002015CE6}" srcOrd="0" destOrd="0" presId="urn:microsoft.com/office/officeart/2008/layout/VerticalCurvedList"/>
    <dgm:cxn modelId="{8A397610-5C96-45C0-9F58-FF00174845D5}" type="presParOf" srcId="{2D13555F-61C5-4327-9CCA-A60002015CE6}" destId="{700848E9-83D6-4E9C-9CC2-A262F46ACE61}" srcOrd="0" destOrd="0" presId="urn:microsoft.com/office/officeart/2008/layout/VerticalCurvedList"/>
    <dgm:cxn modelId="{A016BB28-0A73-438E-BE74-9E6627334E87}" type="presParOf" srcId="{2D13555F-61C5-4327-9CCA-A60002015CE6}" destId="{77EABE66-3C0C-40FB-B474-25FC39634DAB}" srcOrd="1" destOrd="0" presId="urn:microsoft.com/office/officeart/2008/layout/VerticalCurvedList"/>
    <dgm:cxn modelId="{6684F214-B898-4942-AA7D-B0122A91548F}" type="presParOf" srcId="{2D13555F-61C5-4327-9CCA-A60002015CE6}" destId="{51CABD6A-2DB4-45F0-A1E0-7E2F864AE5EC}" srcOrd="2" destOrd="0" presId="urn:microsoft.com/office/officeart/2008/layout/VerticalCurvedList"/>
    <dgm:cxn modelId="{9F244778-92E4-4796-AA11-50CAC89537BE}" type="presParOf" srcId="{2D13555F-61C5-4327-9CCA-A60002015CE6}" destId="{7FE5AD5A-FEDF-493B-AB6D-5275E46882BF}" srcOrd="3" destOrd="0" presId="urn:microsoft.com/office/officeart/2008/layout/VerticalCurvedList"/>
    <dgm:cxn modelId="{CEEAA2A1-8BD1-41CD-8935-6C78DA21F37B}" type="presParOf" srcId="{EA200B34-5BCB-4BCB-B61A-2A1331A45072}" destId="{E3823572-C00E-41DB-8A0B-F2ECA6743CDC}" srcOrd="1" destOrd="0" presId="urn:microsoft.com/office/officeart/2008/layout/VerticalCurvedList"/>
    <dgm:cxn modelId="{E1924C67-A85C-4E2D-AD5E-816F8F287BD6}" type="presParOf" srcId="{EA200B34-5BCB-4BCB-B61A-2A1331A45072}" destId="{E4D1BBC2-5381-4CBB-A5D4-7734CE471675}" srcOrd="2" destOrd="0" presId="urn:microsoft.com/office/officeart/2008/layout/VerticalCurvedList"/>
    <dgm:cxn modelId="{A15FA6E6-A084-4A8B-98A8-79AB330535B6}" type="presParOf" srcId="{E4D1BBC2-5381-4CBB-A5D4-7734CE471675}" destId="{3808AB17-44E9-454F-81E8-480D76A8E56C}" srcOrd="0" destOrd="0" presId="urn:microsoft.com/office/officeart/2008/layout/VerticalCurvedList"/>
    <dgm:cxn modelId="{DC4927DE-2554-4C44-B844-A6F5977C9331}" type="presParOf" srcId="{EA200B34-5BCB-4BCB-B61A-2A1331A45072}" destId="{88EFE04C-582C-41DB-B226-7E34D0D53FD3}" srcOrd="3" destOrd="0" presId="urn:microsoft.com/office/officeart/2008/layout/VerticalCurvedList"/>
    <dgm:cxn modelId="{93F2455C-9598-42DF-B301-7A5A48C54688}" type="presParOf" srcId="{EA200B34-5BCB-4BCB-B61A-2A1331A45072}" destId="{F7A02F06-7889-4962-A4D0-9A93F0AAD575}" srcOrd="4" destOrd="0" presId="urn:microsoft.com/office/officeart/2008/layout/VerticalCurvedList"/>
    <dgm:cxn modelId="{42BFB1DF-ECD6-4A66-A8E9-FBDCC147D39F}" type="presParOf" srcId="{F7A02F06-7889-4962-A4D0-9A93F0AAD575}" destId="{20D117C5-6E62-4B8F-AA4C-7ECCF460B680}" srcOrd="0" destOrd="0" presId="urn:microsoft.com/office/officeart/2008/layout/VerticalCurvedList"/>
    <dgm:cxn modelId="{A314CE67-5F3C-4023-BAA6-E680F9DEE32C}" type="presParOf" srcId="{EA200B34-5BCB-4BCB-B61A-2A1331A45072}" destId="{785B468E-5742-4211-BCA2-8F24953C5680}" srcOrd="5" destOrd="0" presId="urn:microsoft.com/office/officeart/2008/layout/VerticalCurvedList"/>
    <dgm:cxn modelId="{783F4291-C505-4C96-9A76-E303F2E9BD0A}" type="presParOf" srcId="{EA200B34-5BCB-4BCB-B61A-2A1331A45072}" destId="{B1F77750-6070-4621-83F9-D3BFB25C2D8C}" srcOrd="6" destOrd="0" presId="urn:microsoft.com/office/officeart/2008/layout/VerticalCurvedList"/>
    <dgm:cxn modelId="{51037E22-75CC-4A26-8AFD-28F3BBC366C2}" type="presParOf" srcId="{B1F77750-6070-4621-83F9-D3BFB25C2D8C}" destId="{98021930-3A4A-4B3F-B036-A6458602C12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E7155-9F8D-490F-8119-A8A4C67D3DF1}">
      <dsp:nvSpPr>
        <dsp:cNvPr id="0" name=""/>
        <dsp:cNvSpPr/>
      </dsp:nvSpPr>
      <dsp:spPr>
        <a:xfrm>
          <a:off x="0" y="12914"/>
          <a:ext cx="3187485" cy="12749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/>
            <a:t>Características</a:t>
          </a:r>
          <a:endParaRPr lang="es-PE" sz="2000" b="1" kern="1200" dirty="0"/>
        </a:p>
      </dsp:txBody>
      <dsp:txXfrm>
        <a:off x="0" y="12914"/>
        <a:ext cx="3187485" cy="1274994"/>
      </dsp:txXfrm>
    </dsp:sp>
    <dsp:sp modelId="{E07DFF10-7666-4BC0-9F9A-20D0EDB1C591}">
      <dsp:nvSpPr>
        <dsp:cNvPr id="0" name=""/>
        <dsp:cNvSpPr/>
      </dsp:nvSpPr>
      <dsp:spPr>
        <a:xfrm>
          <a:off x="0" y="1287909"/>
          <a:ext cx="3187485" cy="21960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2200"/>
            <a:buFont typeface="Arial"/>
            <a:buChar char="••"/>
          </a:pPr>
          <a:r>
            <a:rPr lang="es-PE" sz="2000" kern="1200" dirty="0"/>
            <a:t>Incluido en Python.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2200"/>
            <a:buFont typeface="Arial"/>
            <a:buChar char="••"/>
          </a:pPr>
          <a:r>
            <a:rPr lang="es-ES" sz="2000" kern="1200" dirty="0"/>
            <a:t>Soporte para archivos de texto y binarios.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2200"/>
            <a:buFont typeface="Arial"/>
            <a:buChar char="••"/>
          </a:pPr>
          <a:r>
            <a:rPr lang="es-PE" sz="2000" kern="1200" dirty="0"/>
            <a:t>Lectura, escritura y actualización.</a:t>
          </a:r>
        </a:p>
      </dsp:txBody>
      <dsp:txXfrm>
        <a:off x="0" y="1287909"/>
        <a:ext cx="3187485" cy="2196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E7155-9F8D-490F-8119-A8A4C67D3DF1}">
      <dsp:nvSpPr>
        <dsp:cNvPr id="0" name=""/>
        <dsp:cNvSpPr/>
      </dsp:nvSpPr>
      <dsp:spPr>
        <a:xfrm>
          <a:off x="0" y="12914"/>
          <a:ext cx="3187485" cy="12749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>
              <a:latin typeface="Calibri Light" panose="020F0302020204030204" pitchFamily="34" charset="0"/>
              <a:cs typeface="Calibri Light" panose="020F0302020204030204" pitchFamily="34" charset="0"/>
            </a:rPr>
            <a:t>Características</a:t>
          </a:r>
          <a:endParaRPr lang="es-PE" sz="2000" b="1" kern="1200" dirty="0">
            <a:latin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0" y="12914"/>
        <a:ext cx="3187485" cy="1274994"/>
      </dsp:txXfrm>
    </dsp:sp>
    <dsp:sp modelId="{E07DFF10-7666-4BC0-9F9A-20D0EDB1C591}">
      <dsp:nvSpPr>
        <dsp:cNvPr id="0" name=""/>
        <dsp:cNvSpPr/>
      </dsp:nvSpPr>
      <dsp:spPr>
        <a:xfrm>
          <a:off x="0" y="1287909"/>
          <a:ext cx="3187485" cy="2196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2200"/>
            <a:buFont typeface="Arial"/>
            <a:buChar char="••"/>
          </a:pPr>
          <a:r>
            <a:rPr lang="es-PE" sz="20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Un formato muy popular.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20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CSV = comma separated values.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0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Se puede visualizar en Excel.</a:t>
          </a:r>
        </a:p>
      </dsp:txBody>
      <dsp:txXfrm>
        <a:off x="0" y="1287909"/>
        <a:ext cx="3187485" cy="2196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E7155-9F8D-490F-8119-A8A4C67D3DF1}">
      <dsp:nvSpPr>
        <dsp:cNvPr id="0" name=""/>
        <dsp:cNvSpPr/>
      </dsp:nvSpPr>
      <dsp:spPr>
        <a:xfrm>
          <a:off x="0" y="759677"/>
          <a:ext cx="3187485" cy="12749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b="1" kern="1200" dirty="0">
              <a:solidFill>
                <a:schemeClr val="bg1"/>
              </a:solidFill>
              <a:latin typeface="+mn-lt"/>
            </a:rPr>
            <a:t>Características</a:t>
          </a:r>
          <a:endParaRPr lang="es-PE" sz="2000" b="1" kern="1200" dirty="0">
            <a:solidFill>
              <a:schemeClr val="bg1"/>
            </a:solidFill>
            <a:latin typeface="+mn-lt"/>
          </a:endParaRPr>
        </a:p>
      </dsp:txBody>
      <dsp:txXfrm>
        <a:off x="0" y="759677"/>
        <a:ext cx="3187485" cy="1274994"/>
      </dsp:txXfrm>
    </dsp:sp>
    <dsp:sp modelId="{E07DFF10-7666-4BC0-9F9A-20D0EDB1C591}">
      <dsp:nvSpPr>
        <dsp:cNvPr id="0" name=""/>
        <dsp:cNvSpPr/>
      </dsp:nvSpPr>
      <dsp:spPr>
        <a:xfrm>
          <a:off x="0" y="2034671"/>
          <a:ext cx="3187485" cy="28548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2200"/>
            <a:buFont typeface="Arial"/>
            <a:buChar char="••"/>
          </a:pPr>
          <a:r>
            <a:rPr lang="es-PE" sz="2000" kern="1200" dirty="0">
              <a:solidFill>
                <a:schemeClr val="bg1"/>
              </a:solidFill>
              <a:latin typeface="+mn-lt"/>
            </a:rPr>
            <a:t>Es muy popular.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2200"/>
            <a:buFont typeface="Arial"/>
            <a:buChar char="••"/>
          </a:pPr>
          <a:r>
            <a:rPr lang="es-ES" sz="2000" kern="1200" dirty="0">
              <a:solidFill>
                <a:schemeClr val="bg1"/>
              </a:solidFill>
              <a:latin typeface="+mn-lt"/>
            </a:rPr>
            <a:t>Se parece a un diccionario en Python.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2200"/>
            <a:buFont typeface="Arial"/>
            <a:buChar char="••"/>
          </a:pPr>
          <a:r>
            <a:rPr lang="es-PE" sz="2000" kern="1200" dirty="0">
              <a:solidFill>
                <a:schemeClr val="bg1"/>
              </a:solidFill>
              <a:latin typeface="+mn-lt"/>
            </a:rPr>
            <a:t>Semiestructurado.</a:t>
          </a:r>
        </a:p>
      </dsp:txBody>
      <dsp:txXfrm>
        <a:off x="0" y="2034671"/>
        <a:ext cx="3187485" cy="2854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FB6F3-E270-4D4F-92BC-C158C5437D15}">
      <dsp:nvSpPr>
        <dsp:cNvPr id="0" name=""/>
        <dsp:cNvSpPr/>
      </dsp:nvSpPr>
      <dsp:spPr>
        <a:xfrm>
          <a:off x="0" y="252699"/>
          <a:ext cx="6096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E9FA4-D20F-431A-99DF-F49912CB3D9C}">
      <dsp:nvSpPr>
        <dsp:cNvPr id="0" name=""/>
        <dsp:cNvSpPr/>
      </dsp:nvSpPr>
      <dsp:spPr>
        <a:xfrm>
          <a:off x="304800" y="31299"/>
          <a:ext cx="42672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2200"/>
            <a:buFont typeface="Arial"/>
            <a:buNone/>
          </a:pPr>
          <a:r>
            <a:rPr lang="es-PE" sz="18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Base de datos NoSQL</a:t>
          </a:r>
        </a:p>
      </dsp:txBody>
      <dsp:txXfrm>
        <a:off x="326416" y="52915"/>
        <a:ext cx="4223968" cy="399568"/>
      </dsp:txXfrm>
    </dsp:sp>
    <dsp:sp modelId="{6B020B5F-4DAF-43C7-9284-BEBE5943B21F}">
      <dsp:nvSpPr>
        <dsp:cNvPr id="0" name=""/>
        <dsp:cNvSpPr/>
      </dsp:nvSpPr>
      <dsp:spPr>
        <a:xfrm>
          <a:off x="0" y="933100"/>
          <a:ext cx="6096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BFA93-5B27-4676-A488-C706D52E254B}">
      <dsp:nvSpPr>
        <dsp:cNvPr id="0" name=""/>
        <dsp:cNvSpPr/>
      </dsp:nvSpPr>
      <dsp:spPr>
        <a:xfrm>
          <a:off x="304800" y="711699"/>
          <a:ext cx="42672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Documentos en lugar de tablas</a:t>
          </a:r>
        </a:p>
      </dsp:txBody>
      <dsp:txXfrm>
        <a:off x="326416" y="733315"/>
        <a:ext cx="4223968" cy="399568"/>
      </dsp:txXfrm>
    </dsp:sp>
    <dsp:sp modelId="{7AB46907-7D5D-47F5-9A2A-72CFB38D1966}">
      <dsp:nvSpPr>
        <dsp:cNvPr id="0" name=""/>
        <dsp:cNvSpPr/>
      </dsp:nvSpPr>
      <dsp:spPr>
        <a:xfrm>
          <a:off x="0" y="1613500"/>
          <a:ext cx="6096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31EE30-3D67-452A-9EA1-E687E26A9DFF}">
      <dsp:nvSpPr>
        <dsp:cNvPr id="0" name=""/>
        <dsp:cNvSpPr/>
      </dsp:nvSpPr>
      <dsp:spPr>
        <a:xfrm>
          <a:off x="304800" y="1392100"/>
          <a:ext cx="42672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Esquema tipo JSON</a:t>
          </a:r>
        </a:p>
      </dsp:txBody>
      <dsp:txXfrm>
        <a:off x="326416" y="1413716"/>
        <a:ext cx="4223968" cy="399568"/>
      </dsp:txXfrm>
    </dsp:sp>
    <dsp:sp modelId="{6EF96CA5-AE7E-4D54-AB0F-8020421BCF89}">
      <dsp:nvSpPr>
        <dsp:cNvPr id="0" name=""/>
        <dsp:cNvSpPr/>
      </dsp:nvSpPr>
      <dsp:spPr>
        <a:xfrm>
          <a:off x="0" y="2293900"/>
          <a:ext cx="6096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C5EFE-A45A-4D00-A3A9-B6297A1DE744}">
      <dsp:nvSpPr>
        <dsp:cNvPr id="0" name=""/>
        <dsp:cNvSpPr/>
      </dsp:nvSpPr>
      <dsp:spPr>
        <a:xfrm>
          <a:off x="304800" y="2072500"/>
          <a:ext cx="42672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Flexible</a:t>
          </a:r>
        </a:p>
      </dsp:txBody>
      <dsp:txXfrm>
        <a:off x="326416" y="2094116"/>
        <a:ext cx="4223968" cy="399568"/>
      </dsp:txXfrm>
    </dsp:sp>
    <dsp:sp modelId="{1DCF9131-6342-4138-9140-F7A5866601B0}">
      <dsp:nvSpPr>
        <dsp:cNvPr id="0" name=""/>
        <dsp:cNvSpPr/>
      </dsp:nvSpPr>
      <dsp:spPr>
        <a:xfrm>
          <a:off x="0" y="2974300"/>
          <a:ext cx="6096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4468D-5170-4446-9CDF-18C40F9370A4}">
      <dsp:nvSpPr>
        <dsp:cNvPr id="0" name=""/>
        <dsp:cNvSpPr/>
      </dsp:nvSpPr>
      <dsp:spPr>
        <a:xfrm>
          <a:off x="304800" y="2752900"/>
          <a:ext cx="42672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Estructuras complejas</a:t>
          </a:r>
        </a:p>
      </dsp:txBody>
      <dsp:txXfrm>
        <a:off x="326416" y="2774516"/>
        <a:ext cx="4223968" cy="399568"/>
      </dsp:txXfrm>
    </dsp:sp>
    <dsp:sp modelId="{7F0E9F63-8FA5-4DF7-BFD1-EA89543B64E7}">
      <dsp:nvSpPr>
        <dsp:cNvPr id="0" name=""/>
        <dsp:cNvSpPr/>
      </dsp:nvSpPr>
      <dsp:spPr>
        <a:xfrm>
          <a:off x="0" y="3654700"/>
          <a:ext cx="6096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905105-1997-4A99-9CB7-14219CF4D365}">
      <dsp:nvSpPr>
        <dsp:cNvPr id="0" name=""/>
        <dsp:cNvSpPr/>
      </dsp:nvSpPr>
      <dsp:spPr>
        <a:xfrm>
          <a:off x="304800" y="3433300"/>
          <a:ext cx="42672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>
              <a:latin typeface="Calibri Light" panose="020F0302020204030204" pitchFamily="34" charset="0"/>
              <a:cs typeface="Calibri Light" panose="020F0302020204030204" pitchFamily="34" charset="0"/>
            </a:rPr>
            <a:t>Escalamiento bueno horizontal</a:t>
          </a:r>
        </a:p>
      </dsp:txBody>
      <dsp:txXfrm>
        <a:off x="326416" y="3454916"/>
        <a:ext cx="4223968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ABE66-3C0C-40FB-B474-25FC39634DAB}">
      <dsp:nvSpPr>
        <dsp:cNvPr id="0" name=""/>
        <dsp:cNvSpPr/>
      </dsp:nvSpPr>
      <dsp:spPr>
        <a:xfrm>
          <a:off x="-4143616" y="-635886"/>
          <a:ext cx="4937394" cy="4937394"/>
        </a:xfrm>
        <a:prstGeom prst="blockArc">
          <a:avLst>
            <a:gd name="adj1" fmla="val 18900000"/>
            <a:gd name="adj2" fmla="val 2700000"/>
            <a:gd name="adj3" fmla="val 437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23572-C00E-41DB-8A0B-F2ECA6743CDC}">
      <dsp:nvSpPr>
        <dsp:cNvPr id="0" name=""/>
        <dsp:cNvSpPr/>
      </dsp:nvSpPr>
      <dsp:spPr>
        <a:xfrm>
          <a:off x="510479" y="366562"/>
          <a:ext cx="5585750" cy="7331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917" tIns="60960" rIns="60960" bIns="6096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2200"/>
            <a:buFont typeface="Arial"/>
            <a:buNone/>
          </a:pPr>
          <a:r>
            <a:rPr lang="es-ES" sz="2400" kern="12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Scraper versátil y simple de usar.</a:t>
          </a:r>
          <a:endParaRPr lang="es-PE" sz="2400" kern="1200" dirty="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510479" y="366562"/>
        <a:ext cx="5585750" cy="733124"/>
      </dsp:txXfrm>
    </dsp:sp>
    <dsp:sp modelId="{3808AB17-44E9-454F-81E8-480D76A8E56C}">
      <dsp:nvSpPr>
        <dsp:cNvPr id="0" name=""/>
        <dsp:cNvSpPr/>
      </dsp:nvSpPr>
      <dsp:spPr>
        <a:xfrm>
          <a:off x="52276" y="274921"/>
          <a:ext cx="916405" cy="9164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EFE04C-582C-41DB-B226-7E34D0D53FD3}">
      <dsp:nvSpPr>
        <dsp:cNvPr id="0" name=""/>
        <dsp:cNvSpPr/>
      </dsp:nvSpPr>
      <dsp:spPr>
        <a:xfrm>
          <a:off x="776969" y="1466248"/>
          <a:ext cx="5319259" cy="7331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917" tIns="60960" rIns="60960" bIns="6096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2200"/>
            <a:buNone/>
          </a:pPr>
          <a:r>
            <a:rPr lang="es-PE" sz="2400" kern="12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Convierte HTML -&gt; Datos</a:t>
          </a:r>
        </a:p>
      </dsp:txBody>
      <dsp:txXfrm>
        <a:off x="776969" y="1466248"/>
        <a:ext cx="5319259" cy="733124"/>
      </dsp:txXfrm>
    </dsp:sp>
    <dsp:sp modelId="{20D117C5-6E62-4B8F-AA4C-7ECCF460B680}">
      <dsp:nvSpPr>
        <dsp:cNvPr id="0" name=""/>
        <dsp:cNvSpPr/>
      </dsp:nvSpPr>
      <dsp:spPr>
        <a:xfrm>
          <a:off x="318767" y="1374607"/>
          <a:ext cx="916405" cy="9164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5B468E-5742-4211-BCA2-8F24953C5680}">
      <dsp:nvSpPr>
        <dsp:cNvPr id="0" name=""/>
        <dsp:cNvSpPr/>
      </dsp:nvSpPr>
      <dsp:spPr>
        <a:xfrm>
          <a:off x="510479" y="2565934"/>
          <a:ext cx="5585750" cy="7331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1917" tIns="60960" rIns="60960" bIns="6096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2200"/>
            <a:buNone/>
          </a:pPr>
          <a:r>
            <a:rPr lang="es-ES" sz="2400" kern="12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rPr>
            <a:t>Identifica elementos y extrae los datos seleccionados.</a:t>
          </a:r>
          <a:endParaRPr lang="es-PE" sz="2400" kern="1200" dirty="0">
            <a:solidFill>
              <a:srgbClr val="034461"/>
            </a:solidFill>
            <a:latin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510479" y="2565934"/>
        <a:ext cx="5585750" cy="733124"/>
      </dsp:txXfrm>
    </dsp:sp>
    <dsp:sp modelId="{98021930-3A4A-4B3F-B036-A6458602C124}">
      <dsp:nvSpPr>
        <dsp:cNvPr id="0" name=""/>
        <dsp:cNvSpPr/>
      </dsp:nvSpPr>
      <dsp:spPr>
        <a:xfrm>
          <a:off x="52276" y="2474294"/>
          <a:ext cx="916405" cy="9164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n"/>
          <p:cNvSpPr/>
          <p:nvPr/>
        </p:nvSpPr>
        <p:spPr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n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3847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  <a:defRPr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9" name="Google Shape;29;n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" name="Google Shape;30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n"/>
          <p:cNvSpPr txBox="1"/>
          <p:nvPr/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7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 sz="13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300" b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78082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188;p1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75" cy="47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3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4048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1975" cy="4567238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6426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6dc6f76db7_0_5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g6dc6f76db7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5099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dc6f76db7_0_262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9" name="Google Shape;229;g6dc6f76db7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3534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6dc6f76db7_0_272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g6dc6f76db7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7230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6dc6f76db7_0_278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" name="Google Shape;247;g6dc6f76db7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9217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6dc6f76db7_0_285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g6dc6f76db7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914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6dc6f76db7_0_292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300" cy="46056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g6dc6f76db7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8113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6dc6f76db7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6dc6f76db7_0_40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2" name="Google Shape;272;g6dc6f76db7_0_404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5516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6dc6f76db7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6dc6f76db7_0_52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g6dc6f76db7_0_527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9153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6dc6f76db7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6dc6f76db7_0_54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4" name="Google Shape;294;g6dc6f76db7_0_543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3703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6dc6f76db7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6dc6f76db7_0_55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g6dc6f76db7_0_555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2353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6dc6f76db7_0_46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g6dc6f76db7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575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6dc6f76db7_0_57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9" name="Google Shape;319;g6dc6f76db7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496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6dc6f76db7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6dc6f76db7_0_63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2" name="Google Shape;332;g6dc6f76db7_0_636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281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6dc6f76db7_0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6dc6f76db7_0_65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0" name="Google Shape;340;g6dc6f76db7_0_650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38400" cy="473100"/>
          </a:xfrm>
          <a:prstGeom prst="rect">
            <a:avLst/>
          </a:prstGeom>
        </p:spPr>
        <p:txBody>
          <a:bodyPr spcFirstLastPara="1" wrap="square" lIns="99000" tIns="49675" rIns="99000" bIns="496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"/>
              <a:buFont typeface="Times New Roman"/>
              <a:buNone/>
            </a:pPr>
            <a:fld id="{00000000-1234-1234-1234-123412341234}" type="slidenum">
              <a:rPr lang="es-PE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0287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6dc6f76db7_0_56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7" name="Google Shape;347;g6dc6f76db7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56532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dc6f76db7_0_65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g6dc6f76db7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6612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6dc6f76db7_0_66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42100" cy="4567200"/>
          </a:xfrm>
          <a:prstGeom prst="rect">
            <a:avLst/>
          </a:prstGeom>
        </p:spPr>
        <p:txBody>
          <a:bodyPr spcFirstLastPara="1" wrap="square" lIns="99000" tIns="49675" rIns="99000" bIns="496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5" name="Google Shape;365;g6dc6f76db7_0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3988" y="768350"/>
            <a:ext cx="6753225" cy="3798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1007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53988" y="768350"/>
            <a:ext cx="6753225" cy="3798888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5AEC39-B3B1-4700-81B1-F6A52B0CE89D}" type="slidenum">
              <a:rPr lang="es-PE" smtClean="0"/>
              <a:pPr/>
              <a:t>21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97209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0"/>
            <a:ext cx="12191999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6606AB-C97E-CE7E-598C-8CEB8A6F5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5455"/>
            <a:ext cx="9144000" cy="2124508"/>
          </a:xfrm>
        </p:spPr>
        <p:txBody>
          <a:bodyPr anchor="b">
            <a:normAutofit/>
          </a:bodyPr>
          <a:lstStyle>
            <a:lvl1pPr algn="ctr">
              <a:defRPr sz="3375"/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97AFD4-21F6-EC26-AED2-557F8ABB5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688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lang="es-ES" dirty="0" smtClean="0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562E8F-B664-85DB-2014-7298CD71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11/05/2023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57ECAE-FB38-7A7A-4E0E-1208E1D7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BFACE8-1CCF-D4EE-1B66-EE5A419F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59852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" y="0"/>
            <a:ext cx="12187067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5D70A8-A3FF-0BAA-F541-E2C400C4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9"/>
            <a:ext cx="9053945" cy="1325563"/>
          </a:xfrm>
        </p:spPr>
        <p:txBody>
          <a:bodyPr>
            <a:normAutofit/>
          </a:bodyPr>
          <a:lstStyle>
            <a:lvl1pPr algn="l">
              <a:defRPr sz="2475">
                <a:solidFill>
                  <a:srgbClr val="034461"/>
                </a:solidFill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0C60D6-F0D9-8677-BC64-4CF264242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38">
                <a:solidFill>
                  <a:srgbClr val="034461"/>
                </a:solidFill>
              </a:defRPr>
            </a:lvl1pPr>
            <a:lvl2pPr>
              <a:defRPr>
                <a:solidFill>
                  <a:srgbClr val="034461"/>
                </a:solidFill>
              </a:defRPr>
            </a:lvl2pPr>
            <a:lvl3pPr>
              <a:defRPr>
                <a:solidFill>
                  <a:srgbClr val="034461"/>
                </a:solidFill>
              </a:defRPr>
            </a:lvl3pPr>
            <a:lvl4pPr>
              <a:defRPr>
                <a:solidFill>
                  <a:srgbClr val="034461"/>
                </a:solidFill>
              </a:defRPr>
            </a:lvl4pPr>
            <a:lvl5pPr>
              <a:defRPr>
                <a:solidFill>
                  <a:srgbClr val="034461"/>
                </a:solidFill>
              </a:defRPr>
            </a:lvl5pPr>
          </a:lstStyle>
          <a:p>
            <a:pPr lvl="0"/>
            <a:r>
              <a:rPr lang="es-ES" dirty="0" smtClean="0"/>
              <a:t>Editar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702F91-BE28-9FD2-660A-9CE0D94D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11/05/2023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A29A66-62B1-E141-4B83-F4457BC2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DBB4B2-8F96-6DDC-1BDE-C36CE6A7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331541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" y="0"/>
            <a:ext cx="12187067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3" y="365129"/>
            <a:ext cx="9007764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419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11/05/2023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50C60D6-F0D9-8677-BC64-4CF264242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03959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">
    <p:bg>
      <p:bgPr>
        <a:solidFill>
          <a:srgbClr val="009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154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7638C37-C4E4-819A-4ABE-0793D73C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0AC-BBE1-164C-8F12-973C18039728}" type="datetimeFigureOut">
              <a:rPr lang="es-PE" smtClean="0"/>
              <a:t>11/05/2023</a:t>
            </a:fld>
            <a:endParaRPr lang="es-PE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5FAB76-A732-6F1B-1596-1E52CCF5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817C1D-A5EA-E474-A735-7BE954B0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6E46F-95B4-C84B-B630-E20AF8DF420E}" type="slidenum">
              <a:rPr lang="es-PE" smtClean="0"/>
              <a:t>‹Nº›</a:t>
            </a:fld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17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rátula" preserve="1">
  <p:cSld name="Carátula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1219200" y="2667000"/>
            <a:ext cx="9753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95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1236133" y="4419600"/>
            <a:ext cx="9736667" cy="364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>
              <a:spcBef>
                <a:spcPts val="525"/>
              </a:spcBef>
              <a:spcAft>
                <a:spcPts val="0"/>
              </a:spcAft>
              <a:buSzPts val="1320"/>
              <a:buFont typeface="Arial"/>
              <a:buNone/>
              <a:defRPr sz="165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413"/>
              </a:spcBef>
              <a:spcAft>
                <a:spcPts val="0"/>
              </a:spcAft>
              <a:buSzPts val="1260"/>
              <a:buChar char="–"/>
              <a:defRPr/>
            </a:lvl2pPr>
            <a:lvl3pPr lvl="2" algn="l">
              <a:spcBef>
                <a:spcPts val="375"/>
              </a:spcBef>
              <a:spcAft>
                <a:spcPts val="0"/>
              </a:spcAft>
              <a:buSzPts val="1350"/>
              <a:buChar char="–"/>
              <a:defRPr/>
            </a:lvl3pPr>
            <a:lvl4pPr lvl="3" algn="l">
              <a:spcBef>
                <a:spcPts val="300"/>
              </a:spcBef>
              <a:spcAft>
                <a:spcPts val="0"/>
              </a:spcAft>
              <a:buSzPts val="1350"/>
              <a:buChar char="–"/>
              <a:defRPr/>
            </a:lvl4pPr>
            <a:lvl5pPr lvl="4" algn="l">
              <a:spcBef>
                <a:spcPts val="300"/>
              </a:spcBef>
              <a:spcAft>
                <a:spcPts val="0"/>
              </a:spcAft>
              <a:buSzPts val="1170"/>
              <a:buChar char="–"/>
              <a:defRPr/>
            </a:lvl5pPr>
            <a:lvl6pPr lvl="5" algn="l">
              <a:spcBef>
                <a:spcPts val="27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253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812800" y="439739"/>
            <a:ext cx="10557933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98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ierre">
    <p:bg>
      <p:bgPr>
        <a:solidFill>
          <a:srgbClr val="009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23 Grupo"/>
          <p:cNvGrpSpPr/>
          <p:nvPr/>
        </p:nvGrpSpPr>
        <p:grpSpPr>
          <a:xfrm>
            <a:off x="7447854" y="2790678"/>
            <a:ext cx="833903" cy="650841"/>
            <a:chOff x="894304" y="3428999"/>
            <a:chExt cx="816541" cy="849720"/>
          </a:xfrm>
        </p:grpSpPr>
        <p:sp>
          <p:nvSpPr>
            <p:cNvPr id="25" name="24 Conector"/>
            <p:cNvSpPr/>
            <p:nvPr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26" name="25 Conector"/>
            <p:cNvSpPr/>
            <p:nvPr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27" name="26 Conector"/>
            <p:cNvSpPr/>
            <p:nvPr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28" name="27 Conector"/>
            <p:cNvSpPr/>
            <p:nvPr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9" name="28 Grupo"/>
          <p:cNvGrpSpPr/>
          <p:nvPr/>
        </p:nvGrpSpPr>
        <p:grpSpPr>
          <a:xfrm>
            <a:off x="7859462" y="3564928"/>
            <a:ext cx="824801" cy="647964"/>
            <a:chOff x="1285779" y="4472193"/>
            <a:chExt cx="807628" cy="845964"/>
          </a:xfrm>
        </p:grpSpPr>
        <p:sp>
          <p:nvSpPr>
            <p:cNvPr id="30" name="29 Conector"/>
            <p:cNvSpPr/>
            <p:nvPr/>
          </p:nvSpPr>
          <p:spPr>
            <a:xfrm>
              <a:off x="1285779" y="512015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1" name="30 Conector"/>
            <p:cNvSpPr/>
            <p:nvPr/>
          </p:nvSpPr>
          <p:spPr>
            <a:xfrm>
              <a:off x="1491673" y="4906988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2" name="31 Conector"/>
            <p:cNvSpPr/>
            <p:nvPr/>
          </p:nvSpPr>
          <p:spPr>
            <a:xfrm>
              <a:off x="1692941" y="4687637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3" name="32 Conector"/>
            <p:cNvSpPr/>
            <p:nvPr/>
          </p:nvSpPr>
          <p:spPr>
            <a:xfrm>
              <a:off x="1895407" y="4472193"/>
              <a:ext cx="198000" cy="198000"/>
            </a:xfrm>
            <a:prstGeom prst="flowChartConnector">
              <a:avLst/>
            </a:prstGeom>
            <a:solidFill>
              <a:srgbClr val="6ABE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4" name="33 Grupo"/>
          <p:cNvGrpSpPr/>
          <p:nvPr/>
        </p:nvGrpSpPr>
        <p:grpSpPr>
          <a:xfrm>
            <a:off x="8125335" y="2790678"/>
            <a:ext cx="833903" cy="650841"/>
            <a:chOff x="894304" y="3428999"/>
            <a:chExt cx="816541" cy="849720"/>
          </a:xfrm>
        </p:grpSpPr>
        <p:sp>
          <p:nvSpPr>
            <p:cNvPr id="35" name="34 Conector"/>
            <p:cNvSpPr/>
            <p:nvPr/>
          </p:nvSpPr>
          <p:spPr>
            <a:xfrm>
              <a:off x="894304" y="342899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6" name="35 Conector"/>
            <p:cNvSpPr/>
            <p:nvPr/>
          </p:nvSpPr>
          <p:spPr>
            <a:xfrm>
              <a:off x="1113298" y="3648766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7" name="36 Conector"/>
            <p:cNvSpPr/>
            <p:nvPr/>
          </p:nvSpPr>
          <p:spPr>
            <a:xfrm>
              <a:off x="1304648" y="3854057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  <p:sp>
          <p:nvSpPr>
            <p:cNvPr id="38" name="37 Conector"/>
            <p:cNvSpPr/>
            <p:nvPr/>
          </p:nvSpPr>
          <p:spPr>
            <a:xfrm>
              <a:off x="1512845" y="4080719"/>
              <a:ext cx="198000" cy="198000"/>
            </a:xfrm>
            <a:prstGeom prst="flowChartConnector">
              <a:avLst/>
            </a:prstGeom>
            <a:solidFill>
              <a:srgbClr val="017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968" dirty="0">
                <a:solidFill>
                  <a:prstClr val="white"/>
                </a:solidFill>
              </a:endParaRPr>
            </a:p>
          </p:txBody>
        </p:sp>
      </p:grpSp>
      <p:sp>
        <p:nvSpPr>
          <p:cNvPr id="19" name="Text Placeholder 2"/>
          <p:cNvSpPr>
            <a:spLocks noGrp="1"/>
          </p:cNvSpPr>
          <p:nvPr>
            <p:ph idx="1" hasCustomPrompt="1"/>
          </p:nvPr>
        </p:nvSpPr>
        <p:spPr>
          <a:xfrm>
            <a:off x="440988" y="2579787"/>
            <a:ext cx="11266917" cy="1633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sz="3079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s-ES" dirty="0"/>
              <a:t>Gracias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32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1_Diseño personalizad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812800" y="439738"/>
            <a:ext cx="105580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>
            <a:lvl1pPr lvl="0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881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ierre">
    <p:bg>
      <p:bgPr>
        <a:solidFill>
          <a:srgbClr val="009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098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88DDC1-14A3-C6A9-B097-512ED0B45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EF6BF9-086F-65CD-B94B-31A6BC040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DF783F-FA67-9D6E-C8F6-9575CCEE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2AE2A0AC-BBE1-164C-8F12-973C18039728}" type="datetimeFigureOut">
              <a:rPr lang="es-PE" smtClean="0"/>
              <a:pPr/>
              <a:t>11/05/2023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9DB767-EF16-0C25-D092-ACBCD4837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s-PE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374E18-932E-411E-DED4-1C6CEFDFE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1226E46F-95B4-C84B-B630-E20AF8DF420E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0850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timing>
    <p:tnLst>
      <p:par>
        <p:cTn id="1" dur="indefinite" restart="never" nodeType="tmRoot"/>
      </p:par>
    </p:tnLst>
  </p:timing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6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7.png"/><Relationship Id="rId9" Type="http://schemas.microsoft.com/office/2007/relationships/diagramDrawing" Target="../diagrams/drawing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8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2" Type="http://schemas.openxmlformats.org/officeDocument/2006/relationships/hyperlink" Target="https://www.python.org/doc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" TargetMode="External"/><Relationship Id="rId4" Type="http://schemas.openxmlformats.org/officeDocument/2006/relationships/hyperlink" Target="https://www.tensorflow.org/?hl=es-419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1"/>
          <p:cNvSpPr txBox="1">
            <a:spLocks/>
          </p:cNvSpPr>
          <p:nvPr/>
        </p:nvSpPr>
        <p:spPr>
          <a:xfrm>
            <a:off x="1524000" y="1828800"/>
            <a:ext cx="9144000" cy="212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PYTHON FUNDAMENTALS FOR DATA SCIENCE</a:t>
            </a:r>
            <a:endParaRPr lang="es-419" sz="60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Subtítulo 2"/>
          <p:cNvSpPr txBox="1">
            <a:spLocks/>
          </p:cNvSpPr>
          <p:nvPr/>
        </p:nvSpPr>
        <p:spPr>
          <a:xfrm>
            <a:off x="1524000" y="4135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514350" rtl="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225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25717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1125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1435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1013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77152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02870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28587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4305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00225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0" algn="ctr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s-ES" sz="3000" dirty="0" smtClean="0"/>
              <a:t>Capítulo 3: </a:t>
            </a:r>
            <a:r>
              <a:rPr lang="es-PE" sz="3000" dirty="0"/>
              <a:t>Carga de datos en Python </a:t>
            </a:r>
            <a:r>
              <a:rPr lang="es-ES" sz="3000" dirty="0" smtClean="0"/>
              <a:t>	</a:t>
            </a:r>
            <a:br>
              <a:rPr lang="es-ES" sz="3000" dirty="0" smtClean="0"/>
            </a:br>
            <a:endParaRPr lang="es-419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OBJETIVOS</a:t>
            </a:r>
            <a:endParaRPr lang="es-PE" sz="4400" dirty="0"/>
          </a:p>
        </p:txBody>
      </p:sp>
      <p:sp>
        <p:nvSpPr>
          <p:cNvPr id="214" name="Google Shape;214;p4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449263" indent="-449263" algn="just">
              <a:spcBef>
                <a:spcPts val="0"/>
              </a:spcBef>
              <a:buSzPct val="100000"/>
            </a:pPr>
            <a:r>
              <a:rPr lang="es-PE" sz="2800" dirty="0"/>
              <a:t>Procesar diversos tipos de datos</a:t>
            </a:r>
            <a:r>
              <a:rPr lang="es-PE" sz="2800" dirty="0" smtClean="0"/>
              <a:t>.</a:t>
            </a:r>
            <a:r>
              <a:rPr lang="es-PE" sz="2800" dirty="0"/>
              <a:t> 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AGENDA</a:t>
            </a:r>
            <a:endParaRPr lang="es-PE" sz="4400" dirty="0"/>
          </a:p>
        </p:txBody>
      </p:sp>
      <p:sp>
        <p:nvSpPr>
          <p:cNvPr id="220" name="Google Shape;220;p4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indent="-457200">
              <a:spcBef>
                <a:spcPts val="600"/>
              </a:spcBef>
              <a:spcAft>
                <a:spcPts val="600"/>
              </a:spcAft>
              <a:buClrTx/>
              <a:buSzPts val="2200"/>
              <a:buFont typeface="+mj-lt"/>
              <a:buAutoNum type="arabicPeriod"/>
            </a:pPr>
            <a:r>
              <a:rPr lang="es-PE" sz="2800" dirty="0"/>
              <a:t>Definición de Data Science.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Tx/>
              <a:buSzPts val="2200"/>
              <a:buFont typeface="+mj-lt"/>
              <a:buAutoNum type="arabicPeriod"/>
            </a:pPr>
            <a:r>
              <a:rPr lang="es-PE" sz="2800" dirty="0"/>
              <a:t>Archivos.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Tx/>
              <a:buSzPts val="2200"/>
              <a:buFont typeface="+mj-lt"/>
              <a:buAutoNum type="arabicPeriod"/>
            </a:pPr>
            <a:r>
              <a:rPr lang="es-PE" sz="2800" dirty="0"/>
              <a:t>SQL.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Tx/>
              <a:buSzPts val="2200"/>
              <a:buFont typeface="+mj-lt"/>
              <a:buAutoNum type="arabicPeriod"/>
            </a:pPr>
            <a:r>
              <a:rPr lang="es-PE" sz="2800" dirty="0"/>
              <a:t>CSV.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Tx/>
              <a:buSzPts val="2200"/>
              <a:buFont typeface="+mj-lt"/>
              <a:buAutoNum type="arabicPeriod"/>
            </a:pPr>
            <a:r>
              <a:rPr lang="es-PE" sz="2800" dirty="0"/>
              <a:t>JSON.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Tx/>
              <a:buSzPts val="2200"/>
              <a:buFont typeface="+mj-lt"/>
              <a:buAutoNum type="arabicPeriod"/>
            </a:pPr>
            <a:r>
              <a:rPr lang="es-PE" sz="2800" dirty="0"/>
              <a:t>MongoDB.</a:t>
            </a:r>
            <a:endParaRPr sz="2800" dirty="0"/>
          </a:p>
          <a:p>
            <a:pPr indent="-457200">
              <a:spcBef>
                <a:spcPts val="600"/>
              </a:spcBef>
              <a:spcAft>
                <a:spcPts val="600"/>
              </a:spcAft>
              <a:buClrTx/>
              <a:buSzPts val="2200"/>
              <a:buFont typeface="+mj-lt"/>
              <a:buAutoNum type="arabicPeriod"/>
            </a:pPr>
            <a:r>
              <a:rPr lang="es-PE" sz="2800" dirty="0"/>
              <a:t>Beautiful Soup.</a:t>
            </a:r>
            <a:endParaRPr sz="2800" dirty="0"/>
          </a:p>
          <a:p>
            <a:pPr marL="0" indent="0">
              <a:spcBef>
                <a:spcPts val="0"/>
              </a:spcBef>
            </a:pPr>
            <a:endParaRPr dirty="0"/>
          </a:p>
          <a:p>
            <a:pPr marL="342900" indent="-203200">
              <a:buSzPts val="22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228600" indent="-228600">
              <a:spcBef>
                <a:spcPts val="0"/>
              </a:spcBef>
            </a:pPr>
            <a:r>
              <a:rPr lang="es-ES" sz="4400" dirty="0" smtClean="0">
                <a:solidFill>
                  <a:srgbClr val="034461"/>
                </a:solidFill>
              </a:rPr>
              <a:t>1. DEFINICIÓN DE DATA SCIENCE</a:t>
            </a:r>
            <a:endParaRPr lang="es-ES" sz="4400" dirty="0">
              <a:solidFill>
                <a:srgbClr val="034461"/>
              </a:solidFill>
            </a:endParaRPr>
          </a:p>
        </p:txBody>
      </p:sp>
      <p:pic>
        <p:nvPicPr>
          <p:cNvPr id="232" name="Google Shape;232;p48" descr="https://lh3.googleusercontent.com/u_cyuRL-KTJP8DJK30XV5l6AM5zwS99hMfdG1xocSSg9S4Kx3Xf7V65Miz9xHiAGSsMhtv4pykdiFUsOYQvKijHfYCX-FDRnBwINpA7IcvM5y0HwJh1qLugjpnYuTcU6SmgQ7I-hkV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068" y="1556669"/>
            <a:ext cx="1447762" cy="177582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8"/>
          <p:cNvSpPr/>
          <p:nvPr/>
        </p:nvSpPr>
        <p:spPr>
          <a:xfrm>
            <a:off x="3066050" y="1850386"/>
            <a:ext cx="6823800" cy="11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s-PE" sz="16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 ciencia de datos es un campo interdisciplinario que involucra métodos científicos, procesos y sistemas para extraer conocimiento o un mejor entendimiento de datos en sus diferentes formas, ya sea estructurados o no estructurados.</a:t>
            </a:r>
            <a:endParaRPr sz="16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34" name="Google Shape;234;p48" descr="https://lh6.googleusercontent.com/v2h0-pYMxgT8guBMfys5tI90pKuQqztoHhwRZI-DJ_mx0hMmoUo8im-ywYHMWqGgbV-1FDKlVXjEOSgSij9kOWDInmbExXza1anaEiK2mYaHs4edCdsFPfYfDB6ZFLJaNBJv51Yaf-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0464" y="3738802"/>
            <a:ext cx="1142970" cy="100747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8"/>
          <p:cNvSpPr/>
          <p:nvPr/>
        </p:nvSpPr>
        <p:spPr>
          <a:xfrm>
            <a:off x="3066050" y="3738802"/>
            <a:ext cx="6823800" cy="1007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s-PE" sz="16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 ciencia de datos es un campo interdisciplinario que combina Machine Learning, estadísticas, análisis avanzado y programación. Es una nueva forma de arte que revela información oculta y saca el máximo partido de los datos en la era cognitiva.</a:t>
            </a:r>
            <a:endParaRPr sz="16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/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6" name="Google Shape;236;p48"/>
          <p:cNvSpPr/>
          <p:nvPr/>
        </p:nvSpPr>
        <p:spPr>
          <a:xfrm>
            <a:off x="3066050" y="5438596"/>
            <a:ext cx="68238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s-PE" sz="16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 ciencia de datos involucra métodos automatizados para analizar datos y extraer conocimiento de estos.</a:t>
            </a:r>
            <a:endParaRPr sz="16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/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37" name="Google Shape;237;p48" descr="Image result for quor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0464" y="5334374"/>
            <a:ext cx="1142971" cy="8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9"/>
          <p:cNvSpPr txBox="1">
            <a:spLocks noGrp="1"/>
          </p:cNvSpPr>
          <p:nvPr>
            <p:ph type="title"/>
          </p:nvPr>
        </p:nvSpPr>
        <p:spPr>
          <a:xfrm>
            <a:off x="838204" y="365129"/>
            <a:ext cx="97977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228600" indent="-228600">
              <a:spcBef>
                <a:spcPts val="0"/>
              </a:spcBef>
            </a:pPr>
            <a:r>
              <a:rPr lang="es-PE" sz="4400" dirty="0" smtClean="0"/>
              <a:t>1. DEFINICIÓN DE DATA SCIENCE</a:t>
            </a:r>
            <a:r>
              <a:rPr lang="es-PE" sz="2200" dirty="0"/>
              <a:t/>
            </a:r>
            <a:br>
              <a:rPr lang="es-PE" sz="2200" dirty="0"/>
            </a:br>
            <a:r>
              <a:rPr lang="es-PE" sz="3200" dirty="0"/>
              <a:t>- El Data Science es la intersección de distintas materias -</a:t>
            </a:r>
            <a:endParaRPr sz="3200" dirty="0"/>
          </a:p>
        </p:txBody>
      </p:sp>
      <p:pic>
        <p:nvPicPr>
          <p:cNvPr id="243" name="Google Shape;243;p49" descr="https://lh5.googleusercontent.com/N1GFUPRYThDcz7QlT-1LqRptulM2SZnERmyKYHKn3nJcHJ0fr9bAHRoocCAajH47SpqOElIvyuDUIb5Pphu_UjCen7dW3sOmJqhbBs3rQunMx_MtwNMg7uzsjpgVbfYUj5Nalwrs0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6850" y="1905756"/>
            <a:ext cx="4572000" cy="439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9"/>
          <p:cNvSpPr/>
          <p:nvPr/>
        </p:nvSpPr>
        <p:spPr>
          <a:xfrm>
            <a:off x="2462400" y="6344005"/>
            <a:ext cx="726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s-PE" sz="12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Fuente: drewconway.com </a:t>
            </a: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6100" indent="-546100">
              <a:spcBef>
                <a:spcPts val="0"/>
              </a:spcBef>
            </a:pPr>
            <a:r>
              <a:rPr lang="es-PE" sz="4400" dirty="0" smtClean="0"/>
              <a:t>1. DEFINICIÓN DE DATA SCIENCE</a:t>
            </a:r>
            <a:r>
              <a:rPr lang="es-PE" sz="2200" dirty="0"/>
              <a:t/>
            </a:r>
            <a:br>
              <a:rPr lang="es-PE" sz="2200" dirty="0"/>
            </a:br>
            <a:r>
              <a:rPr lang="es-PE" sz="3200" dirty="0"/>
              <a:t>- Hacking Skills -</a:t>
            </a:r>
            <a:endParaRPr sz="3200" dirty="0"/>
          </a:p>
        </p:txBody>
      </p:sp>
      <p:pic>
        <p:nvPicPr>
          <p:cNvPr id="250" name="Google Shape;250;p50" descr="https://lh5.googleusercontent.com/N1GFUPRYThDcz7QlT-1LqRptulM2SZnERmyKYHKn3nJcHJ0fr9bAHRoocCAajH47SpqOElIvyuDUIb5Pphu_UjCen7dW3sOmJqhbBs3rQunMx_MtwNMg7uzsjpgVbfYUj5Nalwrs0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1006" y="2079253"/>
            <a:ext cx="4572000" cy="439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50"/>
          <p:cNvSpPr/>
          <p:nvPr/>
        </p:nvSpPr>
        <p:spPr>
          <a:xfrm>
            <a:off x="1821206" y="2239369"/>
            <a:ext cx="2822700" cy="2667000"/>
          </a:xfrm>
          <a:prstGeom prst="ellipse">
            <a:avLst/>
          </a:prstGeom>
          <a:noFill/>
          <a:ln w="2857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2" name="Google Shape;252;p50"/>
          <p:cNvSpPr txBox="1"/>
          <p:nvPr/>
        </p:nvSpPr>
        <p:spPr>
          <a:xfrm>
            <a:off x="6599398" y="2592601"/>
            <a:ext cx="438944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Clr>
                <a:schemeClr val="dk1"/>
              </a:buClr>
              <a:buSzPts val="1800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Programación que incluye entre otros lenguajes: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C++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Java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.Net</a:t>
            </a: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Spark</a:t>
            </a: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Scala</a:t>
            </a: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Javascript</a:t>
            </a: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b="1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b="1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Python</a:t>
            </a:r>
            <a:endParaRPr sz="1800" b="1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6100" indent="-546100">
              <a:spcBef>
                <a:spcPts val="0"/>
              </a:spcBef>
            </a:pPr>
            <a:r>
              <a:rPr lang="es-PE" sz="4400" dirty="0" smtClean="0"/>
              <a:t>1. DEFINICIÓN DE DATA SCIENCE</a:t>
            </a:r>
            <a:r>
              <a:rPr lang="es-PE" sz="2200" dirty="0"/>
              <a:t/>
            </a:r>
            <a:br>
              <a:rPr lang="es-PE" sz="2200" dirty="0"/>
            </a:br>
            <a:r>
              <a:rPr lang="es-PE" sz="3200" dirty="0"/>
              <a:t>- Matemáticas y Estadística -</a:t>
            </a:r>
            <a:endParaRPr sz="3200" dirty="0"/>
          </a:p>
        </p:txBody>
      </p:sp>
      <p:pic>
        <p:nvPicPr>
          <p:cNvPr id="258" name="Google Shape;258;p51" descr="https://lh5.googleusercontent.com/N1GFUPRYThDcz7QlT-1LqRptulM2SZnERmyKYHKn3nJcHJ0fr9bAHRoocCAajH47SpqOElIvyuDUIb5Pphu_UjCen7dW3sOmJqhbBs3rQunMx_MtwNMg7uzsjpgVbfYUj5Nalwrs0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7558" y="2102281"/>
            <a:ext cx="4572000" cy="439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1"/>
          <p:cNvSpPr/>
          <p:nvPr/>
        </p:nvSpPr>
        <p:spPr>
          <a:xfrm>
            <a:off x="3751891" y="2284085"/>
            <a:ext cx="2822700" cy="2667000"/>
          </a:xfrm>
          <a:prstGeom prst="ellipse">
            <a:avLst/>
          </a:prstGeom>
          <a:noFill/>
          <a:ln w="2857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0" name="Google Shape;260;p51"/>
          <p:cNvSpPr txBox="1"/>
          <p:nvPr/>
        </p:nvSpPr>
        <p:spPr>
          <a:xfrm>
            <a:off x="7226065" y="2047985"/>
            <a:ext cx="2813100" cy="3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Matemáticas:</a:t>
            </a: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Álgebra lineal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Cálculo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Probabilidades</a:t>
            </a:r>
          </a:p>
          <a:p>
            <a:pPr marL="457200" lvl="1">
              <a:buClr>
                <a:schemeClr val="dk1"/>
              </a:buClr>
              <a:buSzPts val="1800"/>
            </a:pP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Estadística:</a:t>
            </a: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Descriptiva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Inferencia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Distribuciones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Correlación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Test de hipótesis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Etc.</a:t>
            </a: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pPr marL="546100" indent="-546100">
              <a:spcBef>
                <a:spcPts val="0"/>
              </a:spcBef>
            </a:pPr>
            <a:r>
              <a:rPr lang="es-PE" sz="4400" dirty="0" smtClean="0"/>
              <a:t>1. DEFINICIÓN DE DATA SCIENCE</a:t>
            </a:r>
            <a:r>
              <a:rPr lang="es-PE" sz="2200" dirty="0" smtClean="0"/>
              <a:t/>
            </a:r>
            <a:br>
              <a:rPr lang="es-PE" sz="2200" dirty="0" smtClean="0"/>
            </a:br>
            <a:r>
              <a:rPr lang="es-PE" sz="3200" dirty="0" smtClean="0"/>
              <a:t>- </a:t>
            </a:r>
            <a:r>
              <a:rPr lang="es-PE" sz="3200" dirty="0"/>
              <a:t>Conocimiento del negocio -</a:t>
            </a:r>
            <a:endParaRPr sz="3200" dirty="0"/>
          </a:p>
        </p:txBody>
      </p:sp>
      <p:pic>
        <p:nvPicPr>
          <p:cNvPr id="266" name="Google Shape;266;p52" descr="https://lh5.googleusercontent.com/N1GFUPRYThDcz7QlT-1LqRptulM2SZnERmyKYHKn3nJcHJ0fr9bAHRoocCAajH47SpqOElIvyuDUIb5Pphu_UjCen7dW3sOmJqhbBs3rQunMx_MtwNMg7uzsjpgVbfYUj5Nalwrs0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1819687"/>
            <a:ext cx="4572000" cy="439102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52"/>
          <p:cNvSpPr/>
          <p:nvPr/>
        </p:nvSpPr>
        <p:spPr>
          <a:xfrm>
            <a:off x="3008250" y="3429000"/>
            <a:ext cx="2822700" cy="2667000"/>
          </a:xfrm>
          <a:prstGeom prst="ellipse">
            <a:avLst/>
          </a:prstGeom>
          <a:noFill/>
          <a:ln w="2857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8" name="Google Shape;268;p52"/>
          <p:cNvSpPr txBox="1"/>
          <p:nvPr/>
        </p:nvSpPr>
        <p:spPr>
          <a:xfrm>
            <a:off x="7159259" y="2731200"/>
            <a:ext cx="4022088" cy="20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Consultoría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Negociación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Storytelling</a:t>
            </a: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Presentación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Visualización de datos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Gestión de proyectos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Clr>
                <a:srgbClr val="034461"/>
              </a:buClr>
              <a:buSzPts val="1800"/>
              <a:buFont typeface="Arial"/>
              <a:buChar char="•"/>
            </a:pPr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Finanzas</a:t>
            </a:r>
            <a:endParaRPr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2. ARCHIVOS</a:t>
            </a:r>
            <a:endParaRPr lang="es-PE" sz="4400" dirty="0"/>
          </a:p>
        </p:txBody>
      </p:sp>
      <p:pic>
        <p:nvPicPr>
          <p:cNvPr id="276" name="Google Shape;27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5520" y="2065064"/>
            <a:ext cx="4491225" cy="3753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F5142CBA-CAA0-8102-9E26-B271C3D44B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4265748"/>
              </p:ext>
            </p:extLst>
          </p:nvPr>
        </p:nvGraphicFramePr>
        <p:xfrm>
          <a:off x="2053390" y="2193427"/>
          <a:ext cx="3187485" cy="3496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/>
              <a:t>3. SQL</a:t>
            </a:r>
            <a:endParaRPr sz="4400" dirty="0"/>
          </a:p>
        </p:txBody>
      </p:sp>
      <p:pic>
        <p:nvPicPr>
          <p:cNvPr id="283" name="Google Shape;28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3000" y="2875787"/>
            <a:ext cx="4219676" cy="143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9376" y="1604795"/>
            <a:ext cx="2238625" cy="13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54"/>
          <p:cNvSpPr/>
          <p:nvPr/>
        </p:nvSpPr>
        <p:spPr>
          <a:xfrm>
            <a:off x="4508687" y="4228895"/>
            <a:ext cx="1522200" cy="958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PE" sz="2200" b="1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ORM</a:t>
            </a:r>
            <a:endParaRPr sz="2200" b="1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6" name="Google Shape;286;p54"/>
          <p:cNvSpPr/>
          <p:nvPr/>
        </p:nvSpPr>
        <p:spPr>
          <a:xfrm>
            <a:off x="6142837" y="4228895"/>
            <a:ext cx="1522200" cy="9585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PE" sz="2200" b="1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SQL</a:t>
            </a:r>
            <a:endParaRPr sz="2200" b="1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7" name="Google Shape;28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9376" y="3171296"/>
            <a:ext cx="2155997" cy="105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02626" y="4989870"/>
            <a:ext cx="1710351" cy="13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87063" y="2146720"/>
            <a:ext cx="1830650" cy="13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87063" y="4157945"/>
            <a:ext cx="2010550" cy="21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/>
              <a:t>4. CSV</a:t>
            </a:r>
            <a:endParaRPr sz="4400" dirty="0"/>
          </a:p>
        </p:txBody>
      </p:sp>
      <p:pic>
        <p:nvPicPr>
          <p:cNvPr id="298" name="Google Shape;29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852965"/>
            <a:ext cx="2705100" cy="9048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9" name="Google Shape;299;p55"/>
          <p:cNvSpPr/>
          <p:nvPr/>
        </p:nvSpPr>
        <p:spPr>
          <a:xfrm>
            <a:off x="7053713" y="3002463"/>
            <a:ext cx="479100" cy="1041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00" name="Google Shape;30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5988" y="4288088"/>
            <a:ext cx="290512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5"/>
          <p:cNvSpPr txBox="1"/>
          <p:nvPr/>
        </p:nvSpPr>
        <p:spPr>
          <a:xfrm>
            <a:off x="8845800" y="2140113"/>
            <a:ext cx="1838242" cy="28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birthday.csv</a:t>
            </a: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2" name="Google Shape;302;p55"/>
          <p:cNvSpPr txBox="1"/>
          <p:nvPr/>
        </p:nvSpPr>
        <p:spPr>
          <a:xfrm>
            <a:off x="9161771" y="5118150"/>
            <a:ext cx="12063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PE" sz="1800" dirty="0">
                <a:solidFill>
                  <a:srgbClr val="03446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Excel</a:t>
            </a:r>
            <a:endParaRPr sz="1800" dirty="0">
              <a:solidFill>
                <a:srgbClr val="03446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CC098D8B-449F-75CC-71E5-224594884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9937339"/>
              </p:ext>
            </p:extLst>
          </p:nvPr>
        </p:nvGraphicFramePr>
        <p:xfrm>
          <a:off x="2133601" y="2295051"/>
          <a:ext cx="3187485" cy="3496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/>
              <a:t>5. JSON</a:t>
            </a:r>
            <a:endParaRPr sz="4400" dirty="0"/>
          </a:p>
        </p:txBody>
      </p:sp>
      <p:pic>
        <p:nvPicPr>
          <p:cNvPr id="310" name="Google Shape;31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0701" y="1628859"/>
            <a:ext cx="4352925" cy="4476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E57C944-A97D-396A-35EA-9E72E12C45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5027171"/>
              </p:ext>
            </p:extLst>
          </p:nvPr>
        </p:nvGraphicFramePr>
        <p:xfrm>
          <a:off x="2133601" y="1167810"/>
          <a:ext cx="3187485" cy="5649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ES" sz="4400" dirty="0" smtClean="0"/>
              <a:t>LABORATORIO Nº 3: ARCHIVOS Y SQL</a:t>
            </a:r>
            <a:endParaRPr lang="es-ES" sz="4400" dirty="0"/>
          </a:p>
        </p:txBody>
      </p:sp>
      <p:sp>
        <p:nvSpPr>
          <p:cNvPr id="316" name="Google Shape;316;p5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indent="0" algn="just">
              <a:spcBef>
                <a:spcPts val="0"/>
              </a:spcBef>
              <a:buSzPts val="1320"/>
              <a:buNone/>
            </a:pPr>
            <a:r>
              <a:rPr lang="es-PE" sz="2800" dirty="0"/>
              <a:t>Al finalizar el laboratorio, el alumno logrará:</a:t>
            </a:r>
            <a:endParaRPr sz="2800" dirty="0"/>
          </a:p>
          <a:p>
            <a:pPr marL="0" indent="0" algn="just">
              <a:buSzPts val="1320"/>
            </a:pPr>
            <a:endParaRPr sz="2800" dirty="0"/>
          </a:p>
          <a:p>
            <a:pPr marL="342900" indent="-342900" algn="just">
              <a:buSzPct val="100000"/>
              <a:buFont typeface="Arial"/>
              <a:buChar char="•"/>
            </a:pPr>
            <a:r>
              <a:rPr lang="es-PE" sz="2800" dirty="0"/>
              <a:t>Manejar archivos de texto.</a:t>
            </a:r>
            <a:endParaRPr sz="2800" dirty="0"/>
          </a:p>
          <a:p>
            <a:pPr marL="342900" indent="-342900" algn="just">
              <a:buSzPct val="100000"/>
              <a:buFont typeface="Arial"/>
              <a:buChar char="•"/>
            </a:pPr>
            <a:r>
              <a:rPr lang="es-PE" sz="2800" dirty="0"/>
              <a:t>Interactuar con bases de datos SQL.</a:t>
            </a:r>
            <a:endParaRPr sz="2800" dirty="0"/>
          </a:p>
          <a:p>
            <a:pPr marL="342900" indent="-342900" algn="just">
              <a:buSzPct val="100000"/>
              <a:buFont typeface="Arial"/>
              <a:buChar char="•"/>
            </a:pPr>
            <a:r>
              <a:rPr lang="es-PE" sz="2800" dirty="0"/>
              <a:t>Manejar archivos CSV.</a:t>
            </a:r>
            <a:endParaRPr sz="2800" dirty="0"/>
          </a:p>
          <a:p>
            <a:pPr marL="342900" indent="-342900" algn="just">
              <a:buSzPct val="100000"/>
              <a:buFont typeface="Arial"/>
              <a:buChar char="•"/>
            </a:pPr>
            <a:r>
              <a:rPr lang="es-PE" sz="2800" dirty="0"/>
              <a:t>Manejar archivos JSON.</a:t>
            </a:r>
            <a:endParaRPr sz="2800" dirty="0"/>
          </a:p>
          <a:p>
            <a:pPr marL="285750" indent="-146050">
              <a:buClr>
                <a:srgbClr val="C00000"/>
              </a:buClr>
              <a:buSzPts val="2200"/>
            </a:pPr>
            <a:endParaRPr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ES" sz="4400" dirty="0" smtClean="0"/>
              <a:t>TAREA Nº 3:  ARCHIVOS Y SQL </a:t>
            </a:r>
            <a:endParaRPr lang="es-ES" sz="4400" dirty="0"/>
          </a:p>
        </p:txBody>
      </p:sp>
      <p:sp>
        <p:nvSpPr>
          <p:cNvPr id="322" name="Google Shape;322;p5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SzPct val="100000"/>
              <a:buFont typeface="Arial"/>
              <a:buChar char="•"/>
            </a:pPr>
            <a:r>
              <a:rPr lang="es-PE" sz="2800" dirty="0" smtClean="0"/>
              <a:t>Resolver </a:t>
            </a:r>
            <a:r>
              <a:rPr lang="es-PE" sz="2800" dirty="0"/>
              <a:t>los ejercicios en el Notebook Jupyter compartido.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SzPct val="100000"/>
              <a:buFont typeface="Arial"/>
              <a:buChar char="•"/>
            </a:pPr>
            <a:r>
              <a:rPr lang="es-PE" sz="2800" dirty="0"/>
              <a:t>Enviar en </a:t>
            </a:r>
            <a:r>
              <a:rPr lang="es-PE" sz="2800" b="1" dirty="0"/>
              <a:t>Notebook Jupyter</a:t>
            </a:r>
            <a:r>
              <a:rPr lang="es-PE" sz="2800" dirty="0"/>
              <a:t> por correo al instructor.</a:t>
            </a:r>
            <a:endParaRPr sz="2800" dirty="0"/>
          </a:p>
          <a:p>
            <a:pPr marL="0" indent="0" algn="just">
              <a:buSzPts val="1320"/>
            </a:pPr>
            <a:endParaRPr sz="28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6. MONGODB</a:t>
            </a:r>
            <a:endParaRPr lang="es-PE" sz="4400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33BEACB-C924-41BF-4CC1-5196BAFB7B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3653579"/>
              </p:ext>
            </p:extLst>
          </p:nvPr>
        </p:nvGraphicFramePr>
        <p:xfrm>
          <a:off x="2099919" y="182146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36" name="Google Shape;336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67251" y="4635503"/>
            <a:ext cx="3404402" cy="2015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7. BEAUTIFUL SOUP</a:t>
            </a:r>
            <a:endParaRPr lang="es-PE" sz="4400" dirty="0"/>
          </a:p>
        </p:txBody>
      </p:sp>
      <p:pic>
        <p:nvPicPr>
          <p:cNvPr id="344" name="Google Shape;34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1524" y="2258428"/>
            <a:ext cx="2381250" cy="283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77DCEF27-650D-DF0B-599C-07E46EBFA1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8664964"/>
              </p:ext>
            </p:extLst>
          </p:nvPr>
        </p:nvGraphicFramePr>
        <p:xfrm>
          <a:off x="1701259" y="1844843"/>
          <a:ext cx="6145124" cy="3665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it-IT" sz="4400" dirty="0" smtClean="0"/>
              <a:t>LABORATORIO Nº 4: MONGODB Y SCRAPING</a:t>
            </a:r>
            <a:endParaRPr lang="it-IT" sz="4400" dirty="0"/>
          </a:p>
        </p:txBody>
      </p:sp>
      <p:sp>
        <p:nvSpPr>
          <p:cNvPr id="350" name="Google Shape;350;p6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indent="0" algn="just">
              <a:spcBef>
                <a:spcPts val="0"/>
              </a:spcBef>
              <a:buSzPts val="1320"/>
              <a:buNone/>
            </a:pPr>
            <a:r>
              <a:rPr lang="es-PE" sz="2800" dirty="0"/>
              <a:t>Al finalizar el laboratorio, el alumno logrará:</a:t>
            </a:r>
            <a:endParaRPr sz="2800" dirty="0"/>
          </a:p>
          <a:p>
            <a:pPr marL="0" indent="0" algn="just">
              <a:buSzPts val="1320"/>
            </a:pPr>
            <a:endParaRPr sz="2800" dirty="0"/>
          </a:p>
          <a:p>
            <a:pPr marL="342900" indent="-342900" algn="just">
              <a:buSzPct val="100000"/>
              <a:buFont typeface="Arial"/>
              <a:buChar char="•"/>
            </a:pPr>
            <a:r>
              <a:rPr lang="es-PE" sz="2800" dirty="0"/>
              <a:t>Manejar MongoDB.</a:t>
            </a:r>
            <a:endParaRPr sz="2800" dirty="0"/>
          </a:p>
          <a:p>
            <a:pPr marL="342900" indent="-342900" algn="just">
              <a:buSzPct val="100000"/>
              <a:buFont typeface="Arial"/>
              <a:buChar char="•"/>
            </a:pPr>
            <a:r>
              <a:rPr lang="es-PE" sz="2800" dirty="0"/>
              <a:t>Realizar Scraping con BeautifulSoup.</a:t>
            </a:r>
            <a:endParaRPr sz="2800" dirty="0"/>
          </a:p>
          <a:p>
            <a:pPr marL="285750" indent="-146050">
              <a:buClr>
                <a:srgbClr val="C00000"/>
              </a:buClr>
              <a:buSzPts val="2200"/>
            </a:pPr>
            <a:endParaRPr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TAREA Nº 4:  MONGODB Y SCRAPING </a:t>
            </a:r>
            <a:endParaRPr lang="es-PE" sz="4400" dirty="0"/>
          </a:p>
        </p:txBody>
      </p:sp>
      <p:sp>
        <p:nvSpPr>
          <p:cNvPr id="356" name="Google Shape;356;p6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SzPct val="100000"/>
              <a:buFont typeface="Arial"/>
              <a:buChar char="•"/>
            </a:pPr>
            <a:r>
              <a:rPr lang="es-PE" sz="2800" dirty="0" smtClean="0"/>
              <a:t>Resolver </a:t>
            </a:r>
            <a:r>
              <a:rPr lang="es-PE" sz="2800" dirty="0"/>
              <a:t>los ejercicios en el Notebook Jupyter compartido.</a:t>
            </a:r>
            <a:endParaRPr sz="2800" dirty="0"/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SzPct val="100000"/>
              <a:buFont typeface="Arial"/>
              <a:buChar char="•"/>
            </a:pPr>
            <a:r>
              <a:rPr lang="es-PE" sz="2800" dirty="0"/>
              <a:t>Enviar en </a:t>
            </a:r>
            <a:r>
              <a:rPr lang="es-PE" sz="2800" b="1" dirty="0"/>
              <a:t>Notebook Jupyter</a:t>
            </a:r>
            <a:r>
              <a:rPr lang="es-PE" sz="2800" dirty="0"/>
              <a:t> por correo al instructor.</a:t>
            </a:r>
            <a:endParaRPr sz="2800" dirty="0"/>
          </a:p>
          <a:p>
            <a:pPr marL="0" indent="0" algn="just">
              <a:buSzPts val="1320"/>
            </a:pPr>
            <a:endParaRPr sz="28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ctr" anchorCtr="0">
            <a:noAutofit/>
          </a:bodyPr>
          <a:lstStyle/>
          <a:p>
            <a:r>
              <a:rPr lang="es-PE" sz="4400" dirty="0" smtClean="0"/>
              <a:t>RESUMEN</a:t>
            </a:r>
            <a:endParaRPr lang="es-PE" sz="4400" dirty="0"/>
          </a:p>
        </p:txBody>
      </p:sp>
      <p:sp>
        <p:nvSpPr>
          <p:cNvPr id="368" name="Google Shape;368;p6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2700" tIns="12700" rIns="12700" bIns="12700" anchor="t" anchorCtr="0">
            <a:noAutofit/>
          </a:bodyPr>
          <a:lstStyle/>
          <a:p>
            <a:pPr marL="0" indent="0" algn="just">
              <a:spcBef>
                <a:spcPts val="0"/>
              </a:spcBef>
              <a:buSzPts val="1320"/>
              <a:buNone/>
            </a:pPr>
            <a:r>
              <a:rPr lang="es-PE" sz="2800" dirty="0"/>
              <a:t>En este capítulo, usted aprendió: </a:t>
            </a:r>
            <a:endParaRPr sz="2800" dirty="0"/>
          </a:p>
          <a:p>
            <a:pPr marL="0" indent="0" algn="just">
              <a:buSzPts val="1320"/>
            </a:pPr>
            <a:endParaRPr sz="2800" dirty="0"/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SzPts val="2200"/>
              <a:buFont typeface="Arial"/>
              <a:buChar char="•"/>
            </a:pPr>
            <a:r>
              <a:rPr lang="es-PE" sz="2800" dirty="0"/>
              <a:t>Que existe una amplia variedad de datos que van desde el procesamiento de archivos de texto, CSV o JSON, hasta bases de datos relacionales y no relacionales como MongoDB.</a:t>
            </a:r>
            <a:endParaRPr sz="2800" dirty="0"/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SzPts val="2200"/>
              <a:buFont typeface="Arial"/>
              <a:buChar char="•"/>
            </a:pPr>
            <a:r>
              <a:rPr lang="es-PE" sz="2800" dirty="0"/>
              <a:t>El Scraping es otra herramienta poderosa para la obtención de datos web.</a:t>
            </a:r>
            <a:endParaRPr sz="2800" dirty="0"/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SzPts val="2200"/>
              <a:buFont typeface="Arial"/>
              <a:buChar char="•"/>
            </a:pPr>
            <a:r>
              <a:rPr lang="es-PE" sz="2800" dirty="0"/>
              <a:t>Python posee diversas herramientas para manejar estos datos.</a:t>
            </a:r>
            <a:endParaRPr sz="2800" dirty="0"/>
          </a:p>
          <a:p>
            <a:pPr marL="0" indent="0" algn="just"/>
            <a:endParaRPr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84576-83E1-FC3E-B05E-2EDA0FA1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 smtClean="0"/>
              <a:t>BIBLIOGRAFÍA</a:t>
            </a:r>
            <a:endParaRPr lang="es-PE" sz="4400" dirty="0"/>
          </a:p>
        </p:txBody>
      </p:sp>
      <p:sp>
        <p:nvSpPr>
          <p:cNvPr id="4" name="Marcador de contenido 3"/>
          <p:cNvSpPr>
            <a:spLocks noGrp="1"/>
          </p:cNvSpPr>
          <p:nvPr/>
        </p:nvSpPr>
        <p:spPr>
          <a:xfrm>
            <a:off x="838200" y="1825625"/>
            <a:ext cx="10896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6441" indent="-96441" algn="l" defTabSz="385763" rtl="0" eaLnBrk="1" latinLnBrk="0" hangingPunct="1">
              <a:lnSpc>
                <a:spcPct val="90000"/>
              </a:lnSpc>
              <a:spcBef>
                <a:spcPts val="422"/>
              </a:spcBef>
              <a:buFont typeface="Arial" panose="020B0604020202020204" pitchFamily="34" charset="0"/>
              <a:buChar char="•"/>
              <a:defRPr sz="1238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289322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1013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482204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844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675085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67966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rgbClr val="03446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060847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3729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6610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9491" indent="-96441" algn="l" defTabSz="385763" rtl="0" eaLnBrk="1" latinLnBrk="0" hangingPunct="1">
              <a:lnSpc>
                <a:spcPct val="90000"/>
              </a:lnSpc>
              <a:spcBef>
                <a:spcPts val="211"/>
              </a:spcBef>
              <a:buFont typeface="Arial" panose="020B0604020202020204" pitchFamily="34" charset="0"/>
              <a:buChar char="•"/>
              <a:defRPr sz="7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lvl="0" indent="-361950">
              <a:spcBef>
                <a:spcPts val="0"/>
              </a:spcBef>
            </a:pPr>
            <a:r>
              <a:rPr lang="en-US" sz="2800" dirty="0"/>
              <a:t>Python. Python for beginners.</a:t>
            </a:r>
            <a:endParaRPr lang="es-PE" sz="2800" dirty="0"/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2"/>
              </a:rPr>
              <a:t>https://www.python.org/doc/</a:t>
            </a:r>
            <a:endParaRPr lang="es-PE" sz="2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 </a:t>
            </a:r>
            <a:endParaRPr lang="es-PE" sz="2800" dirty="0"/>
          </a:p>
          <a:p>
            <a:pPr marL="361950" lvl="0" indent="-361950">
              <a:spcBef>
                <a:spcPts val="0"/>
              </a:spcBef>
            </a:pPr>
            <a:r>
              <a:rPr lang="en-US" sz="2800" dirty="0" err="1"/>
              <a:t>Scikit</a:t>
            </a:r>
            <a:r>
              <a:rPr lang="en-US" sz="2800" dirty="0"/>
              <a:t>-learn. </a:t>
            </a:r>
            <a:r>
              <a:rPr lang="es-PE" sz="2800" dirty="0"/>
              <a:t>Biblioteca de aprendizaje automático.</a:t>
            </a:r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3"/>
              </a:rPr>
              <a:t>https://scikit-learn.org/stable/</a:t>
            </a:r>
            <a:endParaRPr lang="es-PE" sz="2800" u="sng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 </a:t>
            </a:r>
            <a:endParaRPr lang="es-PE" sz="2800" dirty="0"/>
          </a:p>
          <a:p>
            <a:pPr marL="361950" lvl="0" indent="-361950">
              <a:spcBef>
                <a:spcPts val="0"/>
              </a:spcBef>
            </a:pPr>
            <a:r>
              <a:rPr lang="en-US" sz="2800" dirty="0" err="1"/>
              <a:t>TensorFlow</a:t>
            </a:r>
            <a:r>
              <a:rPr lang="en-US" sz="2800" dirty="0"/>
              <a:t>. </a:t>
            </a:r>
            <a:r>
              <a:rPr lang="es-ES" sz="2800" dirty="0"/>
              <a:t>Crea modelos de aprendizaje automático.</a:t>
            </a:r>
            <a:endParaRPr lang="es-PE" sz="2800" dirty="0"/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4"/>
              </a:rPr>
              <a:t>https://www.tensorflow.org/?hl=es-419</a:t>
            </a:r>
            <a:endParaRPr lang="es-PE" sz="2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 </a:t>
            </a:r>
            <a:endParaRPr lang="es-PE" sz="2800" dirty="0"/>
          </a:p>
          <a:p>
            <a:pPr marL="361950" lvl="0" indent="-361950">
              <a:spcBef>
                <a:spcPts val="0"/>
              </a:spcBef>
            </a:pPr>
            <a:r>
              <a:rPr lang="en-US" sz="2800" dirty="0" err="1"/>
              <a:t>Kaggle</a:t>
            </a:r>
            <a:r>
              <a:rPr lang="en-US" sz="2800" dirty="0"/>
              <a:t>. </a:t>
            </a:r>
            <a:r>
              <a:rPr lang="es-PE" sz="2800" dirty="0"/>
              <a:t>Comunidad de científicos de datos del aprendizaje automático.</a:t>
            </a:r>
          </a:p>
          <a:p>
            <a:pPr marL="361950" indent="0">
              <a:spcBef>
                <a:spcPts val="0"/>
              </a:spcBef>
              <a:buNone/>
            </a:pPr>
            <a:r>
              <a:rPr lang="en-US" sz="2800" u="sng" dirty="0">
                <a:hlinkClick r:id="rId5"/>
              </a:rPr>
              <a:t>https://www.kaggle.com/</a:t>
            </a:r>
            <a:endParaRPr lang="es-PE" sz="2800" dirty="0"/>
          </a:p>
          <a:p>
            <a:pPr>
              <a:spcBef>
                <a:spcPts val="0"/>
              </a:spcBef>
            </a:pP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3190298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422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2013 - 2022">
  <a:themeElements>
    <a:clrScheme name="Personalizado 3">
      <a:dk1>
        <a:srgbClr val="FFFFFF"/>
      </a:dk1>
      <a:lt1>
        <a:sysClr val="window" lastClr="FFFFFF"/>
      </a:lt1>
      <a:dk2>
        <a:srgbClr val="FFFFF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 1" id="{25EF5B35-096C-4E19-ADCD-2D056F9D59B8}" vid="{98B33A97-DED6-4182-95CB-4258EFB13353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CA7FD359AA2944A41476ECA6512FDD" ma:contentTypeVersion="19" ma:contentTypeDescription="Crear nuevo documento." ma:contentTypeScope="" ma:versionID="a1d8a79bac2fa85a34d896afb5ff6b69">
  <xsd:schema xmlns:xsd="http://www.w3.org/2001/XMLSchema" xmlns:xs="http://www.w3.org/2001/XMLSchema" xmlns:p="http://schemas.microsoft.com/office/2006/metadata/properties" xmlns:ns2="c53dbc0e-7426-4e5e-a01a-d751dc3a484e" xmlns:ns3="e1b596fd-51a2-4813-b2ec-65f50de87ffe" targetNamespace="http://schemas.microsoft.com/office/2006/metadata/properties" ma:root="true" ma:fieldsID="1b47a73d97bba56d383154db0d28fc4d" ns2:_="" ns3:_="">
    <xsd:import namespace="c53dbc0e-7426-4e5e-a01a-d751dc3a484e"/>
    <xsd:import namespace="e1b596fd-51a2-4813-b2ec-65f50de87ffe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3dbc0e-7426-4e5e-a01a-d751dc3a484e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76a0f718-64e7-4125-a6af-7a61992d9c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96fd-51a2-4813-b2ec-65f50de87ffe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732825b-4d0f-44b0-936b-0d1b15772657}" ma:internalName="TaxCatchAll" ma:showField="CatchAllData" ma:web="e1b596fd-51a2-4813-b2ec-65f50de87f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3dbc0e-7426-4e5e-a01a-d751dc3a484e">
      <Terms xmlns="http://schemas.microsoft.com/office/infopath/2007/PartnerControls"/>
    </lcf76f155ced4ddcb4097134ff3c332f>
    <MigrationWizIdPermissions xmlns="c53dbc0e-7426-4e5e-a01a-d751dc3a484e" xsi:nil="true"/>
    <MigrationWizIdSecurityGroups xmlns="c53dbc0e-7426-4e5e-a01a-d751dc3a484e" xsi:nil="true"/>
    <MigrationWizIdPermissionLevels xmlns="c53dbc0e-7426-4e5e-a01a-d751dc3a484e" xsi:nil="true"/>
    <MigrationWizId xmlns="c53dbc0e-7426-4e5e-a01a-d751dc3a484e" xsi:nil="true"/>
    <MigrationWizIdDocumentLibraryPermissions xmlns="c53dbc0e-7426-4e5e-a01a-d751dc3a484e" xsi:nil="true"/>
    <TaxCatchAll xmlns="e1b596fd-51a2-4813-b2ec-65f50de87ff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EE8872-F4A0-4A23-A9A8-5FDCA32C57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3dbc0e-7426-4e5e-a01a-d751dc3a484e"/>
    <ds:schemaRef ds:uri="e1b596fd-51a2-4813-b2ec-65f50de87f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2886A5-A008-441C-B9FB-856A2AF5C17F}">
  <ds:schemaRefs>
    <ds:schemaRef ds:uri="http://schemas.microsoft.com/office/2006/metadata/properties"/>
    <ds:schemaRef ds:uri="http://schemas.microsoft.com/office/infopath/2007/PartnerControls"/>
    <ds:schemaRef ds:uri="c53dbc0e-7426-4e5e-a01a-d751dc3a484e"/>
    <ds:schemaRef ds:uri="e1b596fd-51a2-4813-b2ec-65f50de87ffe"/>
  </ds:schemaRefs>
</ds:datastoreItem>
</file>

<file path=customXml/itemProps3.xml><?xml version="1.0" encoding="utf-8"?>
<ds:datastoreItem xmlns:ds="http://schemas.openxmlformats.org/officeDocument/2006/customXml" ds:itemID="{FDD938E2-4E69-4A2D-A7F0-C568C9ACA85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593</Words>
  <Application>Microsoft Office PowerPoint</Application>
  <PresentationFormat>Panorámica</PresentationFormat>
  <Paragraphs>129</Paragraphs>
  <Slides>21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 Light</vt:lpstr>
      <vt:lpstr>Times New Roman</vt:lpstr>
      <vt:lpstr>Tema de Office 2013 - 2022</vt:lpstr>
      <vt:lpstr>Presentación de PowerPoint</vt:lpstr>
      <vt:lpstr>OBJETIVOS</vt:lpstr>
      <vt:lpstr>AGENDA</vt:lpstr>
      <vt:lpstr>1. DEFINICIÓN DE DATA SCIENCE</vt:lpstr>
      <vt:lpstr>1. DEFINICIÓN DE DATA SCIENCE - El Data Science es la intersección de distintas materias -</vt:lpstr>
      <vt:lpstr>1. DEFINICIÓN DE DATA SCIENCE - Hacking Skills -</vt:lpstr>
      <vt:lpstr>1. DEFINICIÓN DE DATA SCIENCE - Matemáticas y Estadística -</vt:lpstr>
      <vt:lpstr>1. DEFINICIÓN DE DATA SCIENCE - Conocimiento del negocio -</vt:lpstr>
      <vt:lpstr>2. ARCHIVOS</vt:lpstr>
      <vt:lpstr>3. SQL</vt:lpstr>
      <vt:lpstr>4. CSV</vt:lpstr>
      <vt:lpstr>5. JSON</vt:lpstr>
      <vt:lpstr>LABORATORIO Nº 3: ARCHIVOS Y SQL</vt:lpstr>
      <vt:lpstr>TAREA Nº 3:  ARCHIVOS Y SQL </vt:lpstr>
      <vt:lpstr>6. MONGODB</vt:lpstr>
      <vt:lpstr>7. BEAUTIFUL SOUP</vt:lpstr>
      <vt:lpstr>LABORATORIO Nº 4: MONGODB Y SCRAPING</vt:lpstr>
      <vt:lpstr>TAREA Nº 4:  MONGODB Y SCRAPING </vt:lpstr>
      <vt:lpstr>RESUMEN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Carga de Datos en Python</dc:title>
  <cp:lastModifiedBy>Elizabeth Bustamante Echevarria</cp:lastModifiedBy>
  <cp:revision>16</cp:revision>
  <dcterms:modified xsi:type="dcterms:W3CDTF">2023-05-11T17:23:54Z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0x010100C4CA7FD359AA2944A41476ECA6512FDD</vt:lpwstr>
  </property>
</Properties>
</file>